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7"/>
  </p:notesMasterIdLst>
  <p:handoutMasterIdLst>
    <p:handoutMasterId r:id="rId18"/>
  </p:handoutMasterIdLst>
  <p:sldIdLst>
    <p:sldId id="268" r:id="rId2"/>
    <p:sldId id="277" r:id="rId3"/>
    <p:sldId id="278" r:id="rId4"/>
    <p:sldId id="279" r:id="rId5"/>
    <p:sldId id="280" r:id="rId6"/>
    <p:sldId id="281" r:id="rId7"/>
    <p:sldId id="282" r:id="rId8"/>
    <p:sldId id="283" r:id="rId9"/>
    <p:sldId id="284" r:id="rId10"/>
    <p:sldId id="285" r:id="rId11"/>
    <p:sldId id="286" r:id="rId12"/>
    <p:sldId id="287" r:id="rId13"/>
    <p:sldId id="288" r:id="rId14"/>
    <p:sldId id="289" r:id="rId15"/>
    <p:sldId id="25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3E57"/>
    <a:srgbClr val="184259"/>
    <a:srgbClr val="9C4E4E"/>
    <a:srgbClr val="700000"/>
    <a:srgbClr val="5E2001"/>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5AB1C69-6EDB-4FF4-983F-18BD219EF32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52" autoAdjust="0"/>
  </p:normalViewPr>
  <p:slideViewPr>
    <p:cSldViewPr snapToGrid="0">
      <p:cViewPr varScale="1">
        <p:scale>
          <a:sx n="103" d="100"/>
          <a:sy n="103" d="100"/>
        </p:scale>
        <p:origin x="822" y="114"/>
      </p:cViewPr>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2BF7510-B9ED-40E0-8274-4F64AD62B83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95E24B0-B97F-4932-93CD-4307D6181DC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0AA17F-CB06-445B-ACD3-321E84E51A80}" type="datetimeFigureOut">
              <a:rPr lang="en-US" smtClean="0"/>
              <a:t>3/25/2026</a:t>
            </a:fld>
            <a:endParaRPr lang="en-US" dirty="0"/>
          </a:p>
        </p:txBody>
      </p:sp>
      <p:sp>
        <p:nvSpPr>
          <p:cNvPr id="4" name="Footer Placeholder 3">
            <a:extLst>
              <a:ext uri="{FF2B5EF4-FFF2-40B4-BE49-F238E27FC236}">
                <a16:creationId xmlns:a16="http://schemas.microsoft.com/office/drawing/2014/main" id="{7FC3A0DF-A8A7-4EF4-96E5-757FFFC2A93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2BEC987-E8F6-4FD2-BFB2-04815BD1D2F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C078EF9-7F2B-4B20-A25C-9E80C16977B9}" type="slidenum">
              <a:rPr lang="en-US" smtClean="0"/>
              <a:t>‹#›</a:t>
            </a:fld>
            <a:endParaRPr lang="en-US" dirty="0"/>
          </a:p>
        </p:txBody>
      </p:sp>
    </p:spTree>
    <p:extLst>
      <p:ext uri="{BB962C8B-B14F-4D97-AF65-F5344CB8AC3E}">
        <p14:creationId xmlns:p14="http://schemas.microsoft.com/office/powerpoint/2010/main" val="2500114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6141C0-BF72-4A20-AFA7-D05563D549B7}" type="datetimeFigureOut">
              <a:rPr lang="en-US" smtClean="0"/>
              <a:t>3/25/2026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AAF9CF-D1E5-49FD-94F7-B246BB67E246}" type="slidenum">
              <a:rPr lang="en-US" smtClean="0"/>
              <a:t>‹#›</a:t>
            </a:fld>
            <a:endParaRPr lang="en-US" dirty="0"/>
          </a:p>
        </p:txBody>
      </p:sp>
    </p:spTree>
    <p:extLst>
      <p:ext uri="{BB962C8B-B14F-4D97-AF65-F5344CB8AC3E}">
        <p14:creationId xmlns:p14="http://schemas.microsoft.com/office/powerpoint/2010/main" val="1629285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bwMode="blackGray">
      <p:bgPr>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50000"/>
              </a:schemeClr>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0"/>
            <a:ext cx="10840914" cy="1260000"/>
          </a:xfrm>
        </p:spPr>
        <p:txBody>
          <a:bodyPr anchor="ctr" anchorCtr="0">
            <a:normAutofit/>
          </a:bodyPr>
          <a:lstStyle>
            <a:lvl1pPr>
              <a:defRPr sz="3000"/>
            </a:lvl1pPr>
          </a:lstStyle>
          <a:p>
            <a:r>
              <a:rPr lang="en-US" noProof="0"/>
              <a:t>Click to edit Master title style</a:t>
            </a:r>
          </a:p>
        </p:txBody>
      </p:sp>
      <p:sp>
        <p:nvSpPr>
          <p:cNvPr id="3" name="Content Placeholder 2"/>
          <p:cNvSpPr>
            <a:spLocks noGrp="1"/>
          </p:cNvSpPr>
          <p:nvPr>
            <p:ph idx="1"/>
          </p:nvPr>
        </p:nvSpPr>
        <p:spPr>
          <a:xfrm>
            <a:off x="685801" y="1869601"/>
            <a:ext cx="10840914" cy="3921600"/>
          </a:xfrm>
        </p:spPr>
        <p:txBody>
          <a:bodyPr anchor="t" anchorCtr="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984B7D2A-0DF8-424B-9572-B79AEBB2D9DC}" type="datetimeFigureOut">
              <a:rPr lang="en-US" noProof="0" smtClean="0"/>
              <a:t>3/25/2026</a:t>
            </a:fld>
            <a:endParaRPr lang="en-US" noProof="0" dirty="0"/>
          </a:p>
        </p:txBody>
      </p:sp>
      <p:sp>
        <p:nvSpPr>
          <p:cNvPr id="5" name="Footer Placeholder 4"/>
          <p:cNvSpPr>
            <a:spLocks noGrp="1"/>
          </p:cNvSpPr>
          <p:nvPr>
            <p:ph type="ftr" sz="quarter" idx="11"/>
          </p:nvPr>
        </p:nvSpPr>
        <p:spPr/>
        <p:txBody>
          <a:bodyPr/>
          <a:lstStyle/>
          <a:p>
            <a:r>
              <a:rPr lang="en-US" noProof="0" dirty="0"/>
              <a:t>Add a Footer</a:t>
            </a:r>
          </a:p>
        </p:txBody>
      </p:sp>
      <p:sp>
        <p:nvSpPr>
          <p:cNvPr id="6" name="Slide Number Placeholder 5"/>
          <p:cNvSpPr>
            <a:spLocks noGrp="1"/>
          </p:cNvSpPr>
          <p:nvPr>
            <p:ph type="sldNum" sz="quarter" idx="12"/>
          </p:nvPr>
        </p:nvSpPr>
        <p:spPr/>
        <p:txBody>
          <a:bodyPr/>
          <a:lstStyle/>
          <a:p>
            <a:fld id="{5D99DD2A-B520-4620-9B43-64B657BA2D42}" type="slidenum">
              <a:rPr lang="en-US" noProof="0" smtClean="0"/>
              <a:t>‹#›</a:t>
            </a:fld>
            <a:endParaRPr lang="en-US" noProof="0" dirty="0"/>
          </a:p>
        </p:txBody>
      </p:sp>
      <p:cxnSp>
        <p:nvCxnSpPr>
          <p:cNvPr id="8" name="Straight Connector 7">
            <a:extLst>
              <a:ext uri="{FF2B5EF4-FFF2-40B4-BE49-F238E27FC236}">
                <a16:creationId xmlns:a16="http://schemas.microsoft.com/office/drawing/2014/main" id="{328F7C25-BFB6-430F-87B6-7D0D2C7493D6}"/>
              </a:ext>
              <a:ext uri="{C183D7F6-B498-43B3-948B-1728B52AA6E4}">
                <adec:decorative xmlns:adec="http://schemas.microsoft.com/office/drawing/2017/decorative" val="1"/>
              </a:ext>
            </a:extLst>
          </p:cNvPr>
          <p:cNvCxnSpPr>
            <a:cxnSpLocks/>
          </p:cNvCxnSpPr>
          <p:nvPr userDrawn="1"/>
        </p:nvCxnSpPr>
        <p:spPr>
          <a:xfrm rot="16200000">
            <a:off x="-185517" y="1223433"/>
            <a:ext cx="504000" cy="0"/>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610262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bg bwMode="blackGray">
      <p:bgPr>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50000"/>
              </a:schemeClr>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5" y="1786"/>
            <a:ext cx="12188825" cy="6856214"/>
          </a:xfrm>
          <a:prstGeom prst="rect">
            <a:avLst/>
          </a:prstGeom>
        </p:spPr>
      </p:pic>
      <p:sp>
        <p:nvSpPr>
          <p:cNvPr id="2" name="Title 1"/>
          <p:cNvSpPr>
            <a:spLocks noGrp="1"/>
          </p:cNvSpPr>
          <p:nvPr>
            <p:ph type="ctrTitle"/>
          </p:nvPr>
        </p:nvSpPr>
        <p:spPr>
          <a:xfrm>
            <a:off x="2476500" y="2716272"/>
            <a:ext cx="8683625" cy="2421464"/>
          </a:xfrm>
        </p:spPr>
        <p:txBody>
          <a:bodyPr anchor="b">
            <a:normAutofit/>
          </a:bodyPr>
          <a:lstStyle>
            <a:lvl1pPr algn="r">
              <a:defRPr sz="4800">
                <a:effectLst/>
              </a:defRPr>
            </a:lvl1pPr>
          </a:lstStyle>
          <a:p>
            <a:r>
              <a:rPr lang="en-US" noProof="0"/>
              <a:t>Click to edit Master title style</a:t>
            </a:r>
          </a:p>
        </p:txBody>
      </p:sp>
      <p:sp>
        <p:nvSpPr>
          <p:cNvPr id="3" name="Subtitle 2"/>
          <p:cNvSpPr>
            <a:spLocks noGrp="1"/>
          </p:cNvSpPr>
          <p:nvPr>
            <p:ph type="subTitle" idx="1"/>
          </p:nvPr>
        </p:nvSpPr>
        <p:spPr>
          <a:xfrm>
            <a:off x="2476500" y="5137736"/>
            <a:ext cx="8683625" cy="732840"/>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p>
        </p:txBody>
      </p:sp>
      <p:sp>
        <p:nvSpPr>
          <p:cNvPr id="4" name="Date Placeholder 3"/>
          <p:cNvSpPr>
            <a:spLocks noGrp="1"/>
          </p:cNvSpPr>
          <p:nvPr>
            <p:ph type="dt" sz="half" idx="10"/>
          </p:nvPr>
        </p:nvSpPr>
        <p:spPr>
          <a:xfrm>
            <a:off x="8932558" y="5870575"/>
            <a:ext cx="1600200" cy="377825"/>
          </a:xfrm>
        </p:spPr>
        <p:txBody>
          <a:bodyPr/>
          <a:lstStyle/>
          <a:p>
            <a:fld id="{984B7D2A-0DF8-424B-9572-B79AEBB2D9DC}" type="datetimeFigureOut">
              <a:rPr lang="en-US" noProof="0" smtClean="0"/>
              <a:t>3/25/2026</a:t>
            </a:fld>
            <a:endParaRPr lang="en-US" noProof="0" dirty="0"/>
          </a:p>
        </p:txBody>
      </p:sp>
      <p:sp>
        <p:nvSpPr>
          <p:cNvPr id="5" name="Footer Placeholder 4"/>
          <p:cNvSpPr>
            <a:spLocks noGrp="1"/>
          </p:cNvSpPr>
          <p:nvPr>
            <p:ph type="ftr" sz="quarter" idx="11"/>
          </p:nvPr>
        </p:nvSpPr>
        <p:spPr>
          <a:xfrm>
            <a:off x="3962399" y="5870575"/>
            <a:ext cx="4893958" cy="377825"/>
          </a:xfrm>
        </p:spPr>
        <p:txBody>
          <a:bodyPr/>
          <a:lstStyle/>
          <a:p>
            <a:r>
              <a:rPr lang="en-US" noProof="0" dirty="0"/>
              <a:t>Add a Footer</a:t>
            </a:r>
          </a:p>
        </p:txBody>
      </p:sp>
      <p:sp>
        <p:nvSpPr>
          <p:cNvPr id="6" name="Slide Number Placeholder 5"/>
          <p:cNvSpPr>
            <a:spLocks noGrp="1"/>
          </p:cNvSpPr>
          <p:nvPr>
            <p:ph type="sldNum" sz="quarter" idx="12"/>
          </p:nvPr>
        </p:nvSpPr>
        <p:spPr>
          <a:xfrm>
            <a:off x="10608958" y="5870575"/>
            <a:ext cx="551167" cy="377825"/>
          </a:xfrm>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4062937115"/>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Title 1"/>
          <p:cNvSpPr>
            <a:spLocks noGrp="1"/>
          </p:cNvSpPr>
          <p:nvPr>
            <p:ph type="title"/>
          </p:nvPr>
        </p:nvSpPr>
        <p:spPr>
          <a:xfrm>
            <a:off x="552450" y="1874308"/>
            <a:ext cx="3814235" cy="1260000"/>
          </a:xfrm>
        </p:spPr>
        <p:txBody>
          <a:bodyPr anchor="ctr" anchorCtr="0">
            <a:noAutofit/>
          </a:bodyPr>
          <a:lstStyle>
            <a:lvl1pPr algn="r">
              <a:defRPr sz="3000" b="0"/>
            </a:lvl1pPr>
          </a:lstStyle>
          <a:p>
            <a:r>
              <a:rPr lang="en-US" noProof="0"/>
              <a:t>Click to edit Master title style</a:t>
            </a:r>
          </a:p>
        </p:txBody>
      </p:sp>
      <p:sp>
        <p:nvSpPr>
          <p:cNvPr id="3" name="Content Placeholder 2"/>
          <p:cNvSpPr>
            <a:spLocks noGrp="1"/>
          </p:cNvSpPr>
          <p:nvPr>
            <p:ph idx="1"/>
          </p:nvPr>
        </p:nvSpPr>
        <p:spPr>
          <a:xfrm>
            <a:off x="4648200" y="0"/>
            <a:ext cx="7543800" cy="6856214"/>
          </a:xfrm>
        </p:spPr>
        <p:txBody>
          <a:bodyPr anchor="ctr">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3"/>
          <p:cNvSpPr>
            <a:spLocks noGrp="1"/>
          </p:cNvSpPr>
          <p:nvPr>
            <p:ph type="body" sz="half" idx="2"/>
          </p:nvPr>
        </p:nvSpPr>
        <p:spPr>
          <a:xfrm>
            <a:off x="552450" y="3134308"/>
            <a:ext cx="3814235" cy="2016600"/>
          </a:xfrm>
        </p:spPr>
        <p:txBody>
          <a:bodyPr anchor="t">
            <a:normAutofit/>
          </a:bodyPr>
          <a:lstStyle>
            <a:lvl1pPr marL="0" indent="0" algn="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
        <p:nvSpPr>
          <p:cNvPr id="5" name="Date Placeholder 4"/>
          <p:cNvSpPr>
            <a:spLocks noGrp="1"/>
          </p:cNvSpPr>
          <p:nvPr>
            <p:ph type="dt" sz="half" idx="10"/>
          </p:nvPr>
        </p:nvSpPr>
        <p:spPr/>
        <p:txBody>
          <a:bodyPr/>
          <a:lstStyle/>
          <a:p>
            <a:fld id="{984B7D2A-0DF8-424B-9572-B79AEBB2D9DC}" type="datetimeFigureOut">
              <a:rPr lang="en-US" noProof="0" smtClean="0"/>
              <a:t>3/25/2026</a:t>
            </a:fld>
            <a:endParaRPr lang="en-US" noProof="0" dirty="0"/>
          </a:p>
        </p:txBody>
      </p:sp>
      <p:sp>
        <p:nvSpPr>
          <p:cNvPr id="6" name="Footer Placeholder 5"/>
          <p:cNvSpPr>
            <a:spLocks noGrp="1"/>
          </p:cNvSpPr>
          <p:nvPr>
            <p:ph type="ftr" sz="quarter" idx="11"/>
          </p:nvPr>
        </p:nvSpPr>
        <p:spPr/>
        <p:txBody>
          <a:bodyPr/>
          <a:lstStyle/>
          <a:p>
            <a:r>
              <a:rPr lang="en-US" noProof="0" dirty="0"/>
              <a:t>Add a Footer</a:t>
            </a:r>
          </a:p>
        </p:txBody>
      </p:sp>
      <p:sp>
        <p:nvSpPr>
          <p:cNvPr id="7" name="Slide Number Placeholder 6"/>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2006338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Description and Conent">
    <p:spTree>
      <p:nvGrpSpPr>
        <p:cNvPr id="1" name=""/>
        <p:cNvGrpSpPr/>
        <p:nvPr/>
      </p:nvGrpSpPr>
      <p:grpSpPr>
        <a:xfrm>
          <a:off x="0" y="0"/>
          <a:ext cx="0" cy="0"/>
          <a:chOff x="0" y="0"/>
          <a:chExt cx="0" cy="0"/>
        </a:xfrm>
      </p:grpSpPr>
      <p:pic>
        <p:nvPicPr>
          <p:cNvPr id="11" name="Picture 10" descr="Celestia-R1---OverlayContentHD.png">
            <a:extLst>
              <a:ext uri="{FF2B5EF4-FFF2-40B4-BE49-F238E27FC236}">
                <a16:creationId xmlns:a16="http://schemas.microsoft.com/office/drawing/2014/main" id="{A1E35E73-B2F7-41DF-AAD2-58E6BE2710D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840914" cy="1260000"/>
          </a:xfrm>
        </p:spPr>
        <p:txBody>
          <a:bodyPr anchor="ctr" anchorCtr="0">
            <a:normAutofit/>
          </a:bodyPr>
          <a:lstStyle>
            <a:lvl1pPr>
              <a:defRPr sz="3000"/>
            </a:lvl1pPr>
          </a:lstStyle>
          <a:p>
            <a:r>
              <a:rPr lang="en-US" noProof="0"/>
              <a:t>Click to edit Master title style</a:t>
            </a:r>
          </a:p>
        </p:txBody>
      </p:sp>
      <p:sp>
        <p:nvSpPr>
          <p:cNvPr id="3" name="Text Placeholder 2"/>
          <p:cNvSpPr>
            <a:spLocks noGrp="1"/>
          </p:cNvSpPr>
          <p:nvPr>
            <p:ph type="body" idx="1"/>
          </p:nvPr>
        </p:nvSpPr>
        <p:spPr>
          <a:xfrm>
            <a:off x="685799" y="1881824"/>
            <a:ext cx="10840914" cy="1032826"/>
          </a:xfrm>
        </p:spPr>
        <p:txBody>
          <a:bodyPr anchor="t" anchorCtr="0">
            <a:noAutofit/>
          </a:bodyPr>
          <a:lstStyle>
            <a:lvl1pPr marL="0" indent="0">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7" name="Date Placeholder 6"/>
          <p:cNvSpPr>
            <a:spLocks noGrp="1"/>
          </p:cNvSpPr>
          <p:nvPr>
            <p:ph type="dt" sz="half" idx="10"/>
          </p:nvPr>
        </p:nvSpPr>
        <p:spPr/>
        <p:txBody>
          <a:bodyPr/>
          <a:lstStyle/>
          <a:p>
            <a:fld id="{984B7D2A-0DF8-424B-9572-B79AEBB2D9DC}" type="datetimeFigureOut">
              <a:rPr lang="en-US" noProof="0" smtClean="0"/>
              <a:t>3/25/2026</a:t>
            </a:fld>
            <a:endParaRPr lang="en-US" noProof="0" dirty="0"/>
          </a:p>
        </p:txBody>
      </p:sp>
      <p:sp>
        <p:nvSpPr>
          <p:cNvPr id="8" name="Footer Placeholder 7"/>
          <p:cNvSpPr>
            <a:spLocks noGrp="1"/>
          </p:cNvSpPr>
          <p:nvPr>
            <p:ph type="ftr" sz="quarter" idx="11"/>
          </p:nvPr>
        </p:nvSpPr>
        <p:spPr/>
        <p:txBody>
          <a:bodyPr/>
          <a:lstStyle/>
          <a:p>
            <a:r>
              <a:rPr lang="en-US" noProof="0" dirty="0"/>
              <a:t>Add a Footer</a:t>
            </a:r>
          </a:p>
        </p:txBody>
      </p:sp>
      <p:sp>
        <p:nvSpPr>
          <p:cNvPr id="6" name="Text Placeholder 5">
            <a:extLst>
              <a:ext uri="{FF2B5EF4-FFF2-40B4-BE49-F238E27FC236}">
                <a16:creationId xmlns:a16="http://schemas.microsoft.com/office/drawing/2014/main" id="{B47DAE59-9D63-4159-8F3E-560C31F19A89}"/>
              </a:ext>
            </a:extLst>
          </p:cNvPr>
          <p:cNvSpPr>
            <a:spLocks noGrp="1"/>
          </p:cNvSpPr>
          <p:nvPr>
            <p:ph type="body" sz="quarter" idx="14"/>
          </p:nvPr>
        </p:nvSpPr>
        <p:spPr>
          <a:xfrm>
            <a:off x="1216192" y="3837470"/>
            <a:ext cx="1310050" cy="959003"/>
          </a:xfrm>
        </p:spPr>
        <p:txBody>
          <a:bodyPr>
            <a:noAutofit/>
          </a:bodyPr>
          <a:lstStyle>
            <a:lvl1pPr marL="0" indent="0" algn="ctr">
              <a:buNone/>
              <a:defRPr sz="1200"/>
            </a:lvl1pPr>
            <a:lvl3pPr algn="ctr">
              <a:defRPr sz="1200"/>
            </a:lvl3pPr>
            <a:lvl5pPr marL="1828800" indent="0">
              <a:buNone/>
              <a:defRPr/>
            </a:lvl5pPr>
          </a:lstStyle>
          <a:p>
            <a:pPr lvl="0"/>
            <a:r>
              <a:rPr lang="en-US" noProof="0"/>
              <a:t>Click to edit Master text styles</a:t>
            </a:r>
          </a:p>
        </p:txBody>
      </p:sp>
      <p:sp>
        <p:nvSpPr>
          <p:cNvPr id="9" name="Slide Number Placeholder 8"/>
          <p:cNvSpPr>
            <a:spLocks noGrp="1"/>
          </p:cNvSpPr>
          <p:nvPr>
            <p:ph type="sldNum" sz="quarter" idx="12"/>
          </p:nvPr>
        </p:nvSpPr>
        <p:spPr/>
        <p:txBody>
          <a:bodyPr/>
          <a:lstStyle/>
          <a:p>
            <a:fld id="{5D99DD2A-B520-4620-9B43-64B657BA2D42}" type="slidenum">
              <a:rPr lang="en-US" noProof="0" smtClean="0"/>
              <a:t>‹#›</a:t>
            </a:fld>
            <a:endParaRPr lang="en-US" noProof="0" dirty="0"/>
          </a:p>
        </p:txBody>
      </p:sp>
      <p:sp>
        <p:nvSpPr>
          <p:cNvPr id="12" name="Text Placeholder 2">
            <a:extLst>
              <a:ext uri="{FF2B5EF4-FFF2-40B4-BE49-F238E27FC236}">
                <a16:creationId xmlns:a16="http://schemas.microsoft.com/office/drawing/2014/main" id="{4249143D-80A5-4E4C-BBFD-F253500CE226}"/>
              </a:ext>
            </a:extLst>
          </p:cNvPr>
          <p:cNvSpPr>
            <a:spLocks noGrp="1"/>
          </p:cNvSpPr>
          <p:nvPr>
            <p:ph type="body" idx="13"/>
          </p:nvPr>
        </p:nvSpPr>
        <p:spPr>
          <a:xfrm>
            <a:off x="685799" y="2914650"/>
            <a:ext cx="10840914" cy="502126"/>
          </a:xfrm>
        </p:spPr>
        <p:txBody>
          <a:bodyPr anchor="ctr" anchorCtr="0">
            <a:noAutofit/>
          </a:bodyPr>
          <a:lstStyle>
            <a:lvl1pPr marL="0" indent="0" algn="ctr">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0" name="Text Placeholder 5">
            <a:extLst>
              <a:ext uri="{FF2B5EF4-FFF2-40B4-BE49-F238E27FC236}">
                <a16:creationId xmlns:a16="http://schemas.microsoft.com/office/drawing/2014/main" id="{B06123F0-984B-4EF8-9945-3621C401B7AD}"/>
              </a:ext>
            </a:extLst>
          </p:cNvPr>
          <p:cNvSpPr>
            <a:spLocks noGrp="1"/>
          </p:cNvSpPr>
          <p:nvPr>
            <p:ph type="body" sz="quarter" idx="17"/>
          </p:nvPr>
        </p:nvSpPr>
        <p:spPr>
          <a:xfrm>
            <a:off x="7465366" y="3837470"/>
            <a:ext cx="1310050" cy="959003"/>
          </a:xfrm>
        </p:spPr>
        <p:txBody>
          <a:bodyPr>
            <a:noAutofit/>
          </a:bodyPr>
          <a:lstStyle>
            <a:lvl1pPr marL="0" indent="0" algn="ctr">
              <a:buNone/>
              <a:defRPr sz="1200"/>
            </a:lvl1pPr>
            <a:lvl3pPr algn="ctr">
              <a:defRPr sz="1200"/>
            </a:lvl3pPr>
            <a:lvl5pPr marL="1828800" indent="0">
              <a:buNone/>
              <a:defRPr/>
            </a:lvl5pPr>
          </a:lstStyle>
          <a:p>
            <a:pPr lvl="0"/>
            <a:r>
              <a:rPr lang="en-US" noProof="0"/>
              <a:t>Click to edit Master text styles</a:t>
            </a:r>
          </a:p>
        </p:txBody>
      </p:sp>
      <p:sp>
        <p:nvSpPr>
          <p:cNvPr id="21" name="Text Placeholder 5">
            <a:extLst>
              <a:ext uri="{FF2B5EF4-FFF2-40B4-BE49-F238E27FC236}">
                <a16:creationId xmlns:a16="http://schemas.microsoft.com/office/drawing/2014/main" id="{A669C074-A9BE-4B07-ACEE-3B34AAC8B9E7}"/>
              </a:ext>
            </a:extLst>
          </p:cNvPr>
          <p:cNvSpPr>
            <a:spLocks noGrp="1"/>
          </p:cNvSpPr>
          <p:nvPr>
            <p:ph type="body" sz="quarter" idx="18"/>
          </p:nvPr>
        </p:nvSpPr>
        <p:spPr>
          <a:xfrm>
            <a:off x="9548424" y="3837470"/>
            <a:ext cx="1310050" cy="959003"/>
          </a:xfrm>
        </p:spPr>
        <p:txBody>
          <a:bodyPr>
            <a:noAutofit/>
          </a:bodyPr>
          <a:lstStyle>
            <a:lvl1pPr marL="0" indent="0" algn="ctr">
              <a:buNone/>
              <a:defRPr sz="1200"/>
            </a:lvl1pPr>
            <a:lvl3pPr algn="ctr">
              <a:defRPr sz="1200"/>
            </a:lvl3pPr>
            <a:lvl5pPr marL="1828800" indent="0">
              <a:buNone/>
              <a:defRPr/>
            </a:lvl5pPr>
          </a:lstStyle>
          <a:p>
            <a:pPr lvl="0"/>
            <a:r>
              <a:rPr lang="en-US" noProof="0"/>
              <a:t>Click to edit Master text styles</a:t>
            </a:r>
          </a:p>
        </p:txBody>
      </p:sp>
      <p:sp>
        <p:nvSpPr>
          <p:cNvPr id="19" name="Text Placeholder 5">
            <a:extLst>
              <a:ext uri="{FF2B5EF4-FFF2-40B4-BE49-F238E27FC236}">
                <a16:creationId xmlns:a16="http://schemas.microsoft.com/office/drawing/2014/main" id="{84A40D78-D6DD-41A7-A132-9D48DF8649A9}"/>
              </a:ext>
            </a:extLst>
          </p:cNvPr>
          <p:cNvSpPr>
            <a:spLocks noGrp="1"/>
          </p:cNvSpPr>
          <p:nvPr>
            <p:ph type="body" sz="quarter" idx="16"/>
          </p:nvPr>
        </p:nvSpPr>
        <p:spPr>
          <a:xfrm>
            <a:off x="5382308" y="3837470"/>
            <a:ext cx="1310050" cy="959003"/>
          </a:xfrm>
        </p:spPr>
        <p:txBody>
          <a:bodyPr>
            <a:noAutofit/>
          </a:bodyPr>
          <a:lstStyle>
            <a:lvl1pPr marL="0" indent="0" algn="ctr">
              <a:buNone/>
              <a:defRPr sz="1200"/>
            </a:lvl1pPr>
            <a:lvl3pPr algn="ctr">
              <a:defRPr sz="1200"/>
            </a:lvl3pPr>
            <a:lvl5pPr marL="1828800" indent="0">
              <a:buNone/>
              <a:defRPr/>
            </a:lvl5pPr>
          </a:lstStyle>
          <a:p>
            <a:pPr lvl="0"/>
            <a:r>
              <a:rPr lang="en-US" noProof="0"/>
              <a:t>Click to edit Master text styles</a:t>
            </a:r>
          </a:p>
        </p:txBody>
      </p:sp>
      <p:sp>
        <p:nvSpPr>
          <p:cNvPr id="18" name="Text Placeholder 5">
            <a:extLst>
              <a:ext uri="{FF2B5EF4-FFF2-40B4-BE49-F238E27FC236}">
                <a16:creationId xmlns:a16="http://schemas.microsoft.com/office/drawing/2014/main" id="{4A9CFAA7-850F-4C92-A9BE-56452E5CA04D}"/>
              </a:ext>
            </a:extLst>
          </p:cNvPr>
          <p:cNvSpPr>
            <a:spLocks noGrp="1"/>
          </p:cNvSpPr>
          <p:nvPr>
            <p:ph type="body" sz="quarter" idx="15"/>
          </p:nvPr>
        </p:nvSpPr>
        <p:spPr>
          <a:xfrm>
            <a:off x="3299250" y="3837470"/>
            <a:ext cx="1310050" cy="959003"/>
          </a:xfrm>
        </p:spPr>
        <p:txBody>
          <a:bodyPr>
            <a:noAutofit/>
          </a:bodyPr>
          <a:lstStyle>
            <a:lvl1pPr marL="0" indent="0" algn="ctr">
              <a:buNone/>
              <a:defRPr sz="1200"/>
            </a:lvl1pPr>
            <a:lvl3pPr algn="ctr">
              <a:defRPr sz="1200"/>
            </a:lvl3pPr>
            <a:lvl5pPr marL="1828800" indent="0">
              <a:buNone/>
              <a:defRPr/>
            </a:lvl5pPr>
          </a:lstStyle>
          <a:p>
            <a:pPr lvl="0"/>
            <a:r>
              <a:rPr lang="en-US" noProof="0"/>
              <a:t>Click to edit Master text styles</a:t>
            </a:r>
          </a:p>
        </p:txBody>
      </p:sp>
      <p:cxnSp>
        <p:nvCxnSpPr>
          <p:cNvPr id="14" name="Straight Connector 13">
            <a:extLst>
              <a:ext uri="{FF2B5EF4-FFF2-40B4-BE49-F238E27FC236}">
                <a16:creationId xmlns:a16="http://schemas.microsoft.com/office/drawing/2014/main" id="{CC5A0CF1-9FE7-4149-97DC-5221639144C8}"/>
              </a:ext>
              <a:ext uri="{C183D7F6-B498-43B3-948B-1728B52AA6E4}">
                <adec:decorative xmlns:adec="http://schemas.microsoft.com/office/drawing/2017/decorative" val="1"/>
              </a:ext>
            </a:extLst>
          </p:cNvPr>
          <p:cNvCxnSpPr>
            <a:cxnSpLocks/>
          </p:cNvCxnSpPr>
          <p:nvPr userDrawn="1"/>
        </p:nvCxnSpPr>
        <p:spPr>
          <a:xfrm rot="16200000">
            <a:off x="-185517" y="1242483"/>
            <a:ext cx="504000" cy="0"/>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393639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Title 1"/>
          <p:cNvSpPr>
            <a:spLocks noGrp="1"/>
          </p:cNvSpPr>
          <p:nvPr>
            <p:ph type="title"/>
          </p:nvPr>
        </p:nvSpPr>
        <p:spPr>
          <a:xfrm>
            <a:off x="1457326" y="995967"/>
            <a:ext cx="6238874" cy="1260000"/>
          </a:xfrm>
        </p:spPr>
        <p:txBody>
          <a:bodyPr anchor="ctr" anchorCtr="0">
            <a:noAutofit/>
          </a:bodyPr>
          <a:lstStyle>
            <a:lvl1pPr algn="r">
              <a:defRPr sz="3000" b="0"/>
            </a:lvl1pPr>
          </a:lstStyle>
          <a:p>
            <a:r>
              <a:rPr lang="en-US" noProof="0"/>
              <a:t>Click to edit Master title style</a:t>
            </a:r>
          </a:p>
        </p:txBody>
      </p:sp>
      <p:sp>
        <p:nvSpPr>
          <p:cNvPr id="14" name="Picture Placeholder 2"/>
          <p:cNvSpPr>
            <a:spLocks noGrp="1" noChangeAspect="1"/>
          </p:cNvSpPr>
          <p:nvPr>
            <p:ph type="pic" idx="1"/>
          </p:nvPr>
        </p:nvSpPr>
        <p:spPr bwMode="blackGray">
          <a:xfrm>
            <a:off x="8014200" y="995968"/>
            <a:ext cx="3492000" cy="4866064"/>
          </a:xfrm>
          <a:prstGeom prst="roundRect">
            <a:avLst>
              <a:gd name="adj" fmla="val 2371"/>
            </a:avLst>
          </a:prstGeom>
          <a:solidFill>
            <a:schemeClr val="bg2">
              <a:lumMod val="75000"/>
              <a:lumOff val="25000"/>
            </a:schemeClr>
          </a:solidFill>
          <a:ln w="28575" cap="sq" cmpd="sng">
            <a:solidFill>
              <a:schemeClr val="accent3">
                <a:lumMod val="50000"/>
              </a:schemeClr>
            </a:solidFill>
            <a:miter lim="800000"/>
          </a:ln>
          <a:effectLst>
            <a:outerShdw blurRad="63500" sx="102000" sy="102000" algn="ctr" rotWithShape="0">
              <a:prstClr val="black">
                <a:alpha val="40000"/>
              </a:prst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noProof="0"/>
              <a:t>Click icon to add picture</a:t>
            </a:r>
            <a:endParaRPr lang="en-US" noProof="0" dirty="0"/>
          </a:p>
        </p:txBody>
      </p:sp>
      <p:sp>
        <p:nvSpPr>
          <p:cNvPr id="4" name="Text Placeholder 3"/>
          <p:cNvSpPr>
            <a:spLocks noGrp="1"/>
          </p:cNvSpPr>
          <p:nvPr>
            <p:ph type="body" sz="half" idx="2"/>
          </p:nvPr>
        </p:nvSpPr>
        <p:spPr>
          <a:xfrm>
            <a:off x="1085849" y="2255967"/>
            <a:ext cx="6610351" cy="3476618"/>
          </a:xfrm>
        </p:spPr>
        <p:txBody>
          <a:bodyPr anchor="t">
            <a:normAutofit/>
          </a:bodyPr>
          <a:lstStyle>
            <a:lvl1pPr marL="0" indent="0" algn="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
        <p:nvSpPr>
          <p:cNvPr id="5" name="Date Placeholder 4"/>
          <p:cNvSpPr>
            <a:spLocks noGrp="1"/>
          </p:cNvSpPr>
          <p:nvPr>
            <p:ph type="dt" sz="half" idx="10"/>
          </p:nvPr>
        </p:nvSpPr>
        <p:spPr/>
        <p:txBody>
          <a:bodyPr/>
          <a:lstStyle/>
          <a:p>
            <a:fld id="{984B7D2A-0DF8-424B-9572-B79AEBB2D9DC}" type="datetimeFigureOut">
              <a:rPr lang="en-US" noProof="0" smtClean="0"/>
              <a:t>3/25/2026</a:t>
            </a:fld>
            <a:endParaRPr lang="en-US" noProof="0" dirty="0"/>
          </a:p>
        </p:txBody>
      </p:sp>
      <p:sp>
        <p:nvSpPr>
          <p:cNvPr id="6" name="Footer Placeholder 5"/>
          <p:cNvSpPr>
            <a:spLocks noGrp="1"/>
          </p:cNvSpPr>
          <p:nvPr>
            <p:ph type="ftr" sz="quarter" idx="11"/>
          </p:nvPr>
        </p:nvSpPr>
        <p:spPr/>
        <p:txBody>
          <a:bodyPr/>
          <a:lstStyle/>
          <a:p>
            <a:r>
              <a:rPr lang="en-US" noProof="0" dirty="0"/>
              <a:t>Add a Footer</a:t>
            </a:r>
          </a:p>
        </p:txBody>
      </p:sp>
      <p:sp>
        <p:nvSpPr>
          <p:cNvPr id="7" name="Slide Number Placeholder 6"/>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969382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Righ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Title 1"/>
          <p:cNvSpPr>
            <a:spLocks noGrp="1"/>
          </p:cNvSpPr>
          <p:nvPr>
            <p:ph type="title"/>
          </p:nvPr>
        </p:nvSpPr>
        <p:spPr>
          <a:xfrm>
            <a:off x="6657974" y="995968"/>
            <a:ext cx="4848225" cy="1260000"/>
          </a:xfrm>
        </p:spPr>
        <p:txBody>
          <a:bodyPr anchor="ctr" anchorCtr="0">
            <a:normAutofit/>
          </a:bodyPr>
          <a:lstStyle>
            <a:lvl1pPr algn="l">
              <a:defRPr sz="3000" b="0"/>
            </a:lvl1pPr>
          </a:lstStyle>
          <a:p>
            <a:r>
              <a:rPr lang="en-US" noProof="0"/>
              <a:t>Click to edit Master title style</a:t>
            </a:r>
          </a:p>
        </p:txBody>
      </p:sp>
      <p:sp>
        <p:nvSpPr>
          <p:cNvPr id="14" name="Picture Placeholder 2"/>
          <p:cNvSpPr>
            <a:spLocks noGrp="1" noChangeAspect="1"/>
          </p:cNvSpPr>
          <p:nvPr>
            <p:ph type="pic" idx="1"/>
          </p:nvPr>
        </p:nvSpPr>
        <p:spPr bwMode="blackGray">
          <a:xfrm>
            <a:off x="727574" y="914400"/>
            <a:ext cx="5749425" cy="4818185"/>
          </a:xfrm>
          <a:prstGeom prst="roundRect">
            <a:avLst>
              <a:gd name="adj" fmla="val 2371"/>
            </a:avLst>
          </a:prstGeom>
          <a:solidFill>
            <a:schemeClr val="bg2">
              <a:lumMod val="75000"/>
              <a:lumOff val="25000"/>
            </a:schemeClr>
          </a:solidFill>
          <a:ln w="28575" cap="sq" cmpd="sng">
            <a:solidFill>
              <a:schemeClr val="accent3">
                <a:lumMod val="50000"/>
              </a:schemeClr>
            </a:solidFill>
            <a:miter lim="800000"/>
          </a:ln>
          <a:effectLst>
            <a:outerShdw blurRad="63500" sx="102000" sy="102000" algn="ctr" rotWithShape="0">
              <a:prstClr val="black">
                <a:alpha val="40000"/>
              </a:prst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noProof="0"/>
              <a:t>Click icon to add picture</a:t>
            </a:r>
            <a:endParaRPr lang="en-US" noProof="0" dirty="0"/>
          </a:p>
        </p:txBody>
      </p:sp>
      <p:sp>
        <p:nvSpPr>
          <p:cNvPr id="4" name="Text Placeholder 3"/>
          <p:cNvSpPr>
            <a:spLocks noGrp="1"/>
          </p:cNvSpPr>
          <p:nvPr>
            <p:ph type="body" sz="half" idx="2"/>
          </p:nvPr>
        </p:nvSpPr>
        <p:spPr>
          <a:xfrm>
            <a:off x="6657974" y="2255968"/>
            <a:ext cx="4848225" cy="3476617"/>
          </a:xfrm>
        </p:spPr>
        <p:txBody>
          <a:bodyPr anchor="t">
            <a:normAutofit/>
          </a:bodyPr>
          <a:lstStyle>
            <a:lvl1pPr marL="0" indent="0" algn="l">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
        <p:nvSpPr>
          <p:cNvPr id="5" name="Date Placeholder 4"/>
          <p:cNvSpPr>
            <a:spLocks noGrp="1"/>
          </p:cNvSpPr>
          <p:nvPr>
            <p:ph type="dt" sz="half" idx="10"/>
          </p:nvPr>
        </p:nvSpPr>
        <p:spPr/>
        <p:txBody>
          <a:bodyPr/>
          <a:lstStyle/>
          <a:p>
            <a:fld id="{984B7D2A-0DF8-424B-9572-B79AEBB2D9DC}" type="datetimeFigureOut">
              <a:rPr lang="en-US" noProof="0" smtClean="0"/>
              <a:t>3/25/2026</a:t>
            </a:fld>
            <a:endParaRPr lang="en-US" noProof="0" dirty="0"/>
          </a:p>
        </p:txBody>
      </p:sp>
      <p:sp>
        <p:nvSpPr>
          <p:cNvPr id="6" name="Footer Placeholder 5"/>
          <p:cNvSpPr>
            <a:spLocks noGrp="1"/>
          </p:cNvSpPr>
          <p:nvPr>
            <p:ph type="ftr" sz="quarter" idx="11"/>
          </p:nvPr>
        </p:nvSpPr>
        <p:spPr/>
        <p:txBody>
          <a:bodyPr/>
          <a:lstStyle/>
          <a:p>
            <a:r>
              <a:rPr lang="en-US" noProof="0" dirty="0"/>
              <a:t>Add a Footer</a:t>
            </a:r>
          </a:p>
        </p:txBody>
      </p:sp>
      <p:sp>
        <p:nvSpPr>
          <p:cNvPr id="7" name="Slide Number Placeholder 6"/>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832959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bwMode="white">
          <a:xfrm>
            <a:off x="10571243"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noProof="0" dirty="0">
                <a:solidFill>
                  <a:schemeClr val="tx1"/>
                </a:solidFill>
                <a:effectLst/>
              </a:rPr>
              <a:t>”</a:t>
            </a:r>
          </a:p>
        </p:txBody>
      </p:sp>
      <p:sp>
        <p:nvSpPr>
          <p:cNvPr id="11" name="TextBox 10"/>
          <p:cNvSpPr txBox="1"/>
          <p:nvPr/>
        </p:nvSpPr>
        <p:spPr bwMode="white">
          <a:xfrm>
            <a:off x="100262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noProof="0" dirty="0">
                <a:solidFill>
                  <a:schemeClr val="tx1"/>
                </a:solidFill>
                <a:effectLst/>
              </a:rPr>
              <a:t>“</a:t>
            </a:r>
          </a:p>
        </p:txBody>
      </p:sp>
      <p:sp>
        <p:nvSpPr>
          <p:cNvPr id="2" name="Title 1"/>
          <p:cNvSpPr>
            <a:spLocks noGrp="1"/>
          </p:cNvSpPr>
          <p:nvPr>
            <p:ph type="title" hasCustomPrompt="1"/>
          </p:nvPr>
        </p:nvSpPr>
        <p:spPr>
          <a:xfrm>
            <a:off x="1320801" y="609601"/>
            <a:ext cx="9550399" cy="2743199"/>
          </a:xfrm>
        </p:spPr>
        <p:txBody>
          <a:bodyPr anchor="ctr">
            <a:normAutofit/>
          </a:bodyPr>
          <a:lstStyle>
            <a:lvl1pPr algn="ctr">
              <a:defRPr sz="3000" b="0" i="1" cap="none">
                <a:solidFill>
                  <a:schemeClr val="tx1"/>
                </a:solidFill>
              </a:defRPr>
            </a:lvl1pPr>
          </a:lstStyle>
          <a:p>
            <a:r>
              <a:rPr lang="en-US" noProof="0"/>
              <a:t>CLICK TO EDIT MASTER TITLE STYLE</a:t>
            </a:r>
          </a:p>
        </p:txBody>
      </p:sp>
      <p:sp>
        <p:nvSpPr>
          <p:cNvPr id="10" name="Text Placeholder 9"/>
          <p:cNvSpPr>
            <a:spLocks noGrp="1"/>
          </p:cNvSpPr>
          <p:nvPr>
            <p:ph type="body" sz="quarter" idx="13"/>
          </p:nvPr>
        </p:nvSpPr>
        <p:spPr>
          <a:xfrm>
            <a:off x="1426408" y="3352800"/>
            <a:ext cx="9339184" cy="381000"/>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noProof="0"/>
              <a:t>Click to edit Master text styles</a:t>
            </a:r>
          </a:p>
        </p:txBody>
      </p:sp>
      <p:sp>
        <p:nvSpPr>
          <p:cNvPr id="7" name="Rectangle: Rounded Corners 6">
            <a:extLst>
              <a:ext uri="{FF2B5EF4-FFF2-40B4-BE49-F238E27FC236}">
                <a16:creationId xmlns:a16="http://schemas.microsoft.com/office/drawing/2014/main" id="{1AD7857E-8E0E-4AC1-ABDC-E42462C788DE}"/>
              </a:ext>
            </a:extLst>
          </p:cNvPr>
          <p:cNvSpPr/>
          <p:nvPr userDrawn="1"/>
        </p:nvSpPr>
        <p:spPr>
          <a:xfrm>
            <a:off x="1750844" y="3962401"/>
            <a:ext cx="8690313" cy="1908173"/>
          </a:xfrm>
          <a:prstGeom prst="roundRect">
            <a:avLst>
              <a:gd name="adj" fmla="val 6552"/>
            </a:avLst>
          </a:prstGeom>
          <a:solidFill>
            <a:schemeClr val="accent3">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Text Placeholder 2"/>
          <p:cNvSpPr>
            <a:spLocks noGrp="1"/>
          </p:cNvSpPr>
          <p:nvPr>
            <p:ph type="body" idx="1"/>
          </p:nvPr>
        </p:nvSpPr>
        <p:spPr>
          <a:xfrm>
            <a:off x="1857375" y="4021138"/>
            <a:ext cx="8486775" cy="1760537"/>
          </a:xfrm>
        </p:spPr>
        <p:txBody>
          <a:bodyPr anchor="ctr">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Click to edit Master text styles</a:t>
            </a:r>
          </a:p>
        </p:txBody>
      </p:sp>
      <p:sp>
        <p:nvSpPr>
          <p:cNvPr id="4" name="Date Placeholder 3"/>
          <p:cNvSpPr>
            <a:spLocks noGrp="1"/>
          </p:cNvSpPr>
          <p:nvPr>
            <p:ph type="dt" sz="half" idx="10"/>
          </p:nvPr>
        </p:nvSpPr>
        <p:spPr/>
        <p:txBody>
          <a:bodyPr/>
          <a:lstStyle/>
          <a:p>
            <a:fld id="{984B7D2A-0DF8-424B-9572-B79AEBB2D9DC}" type="datetimeFigureOut">
              <a:rPr lang="en-US" noProof="0" smtClean="0"/>
              <a:t>3/25/2026</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6" name="Slide Number Placeholder 5"/>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1153409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1" name="Picture 10" descr="Celestia-R1---OverlayContentHD.png">
            <a:extLst>
              <a:ext uri="{FF2B5EF4-FFF2-40B4-BE49-F238E27FC236}">
                <a16:creationId xmlns:a16="http://schemas.microsoft.com/office/drawing/2014/main" id="{A1E35E73-B2F7-41DF-AAD2-58E6BE2710D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599"/>
            <a:ext cx="10840914" cy="1260000"/>
          </a:xfrm>
        </p:spPr>
        <p:txBody>
          <a:bodyPr>
            <a:normAutofit/>
          </a:bodyPr>
          <a:lstStyle>
            <a:lvl1pPr>
              <a:defRPr sz="3000"/>
            </a:lvl1pPr>
          </a:lstStyle>
          <a:p>
            <a:r>
              <a:rPr lang="en-US" noProof="0"/>
              <a:t>Click to edit Master title style</a:t>
            </a:r>
          </a:p>
        </p:txBody>
      </p:sp>
      <p:sp>
        <p:nvSpPr>
          <p:cNvPr id="3" name="Text Placeholder 2"/>
          <p:cNvSpPr>
            <a:spLocks noGrp="1"/>
          </p:cNvSpPr>
          <p:nvPr>
            <p:ph type="body" idx="1"/>
          </p:nvPr>
        </p:nvSpPr>
        <p:spPr>
          <a:xfrm>
            <a:off x="685799" y="1869599"/>
            <a:ext cx="5202071" cy="916228"/>
          </a:xfrm>
        </p:spPr>
        <p:txBody>
          <a:bodyPr anchor="ctr" anchorCtr="0">
            <a:noAutofit/>
          </a:bodyPr>
          <a:lstStyle>
            <a:lvl1pPr marL="0" indent="0" algn="ctr">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p:cNvSpPr>
            <a:spLocks noGrp="1"/>
          </p:cNvSpPr>
          <p:nvPr>
            <p:ph sz="half" idx="2"/>
          </p:nvPr>
        </p:nvSpPr>
        <p:spPr>
          <a:xfrm>
            <a:off x="685800" y="2870201"/>
            <a:ext cx="5202071" cy="2916000"/>
          </a:xfrm>
          <a:prstGeom prst="roundRect">
            <a:avLst>
              <a:gd name="adj" fmla="val 2496"/>
            </a:avLst>
          </a:prstGeom>
          <a:ln w="28575">
            <a:solidFill>
              <a:schemeClr val="accent3">
                <a:lumMod val="50000"/>
              </a:schemeClr>
            </a:solidFill>
          </a:ln>
          <a:effectLst>
            <a:outerShdw blurRad="63500" sx="102000" sy="102000" algn="ctr" rotWithShape="0">
              <a:prstClr val="black">
                <a:alpha val="40000"/>
              </a:prstClr>
            </a:outerShdw>
          </a:effectLst>
        </p:spPr>
        <p:txBody>
          <a:bodyPr anchor="t">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p:cNvSpPr>
            <a:spLocks noGrp="1"/>
          </p:cNvSpPr>
          <p:nvPr>
            <p:ph type="body" sz="quarter" idx="3"/>
          </p:nvPr>
        </p:nvSpPr>
        <p:spPr>
          <a:xfrm>
            <a:off x="6298270" y="1869599"/>
            <a:ext cx="5228444" cy="916228"/>
          </a:xfrm>
        </p:spPr>
        <p:txBody>
          <a:bodyPr anchor="ctr" anchorCtr="0">
            <a:noAutofit/>
          </a:bodyPr>
          <a:lstStyle>
            <a:lvl1pPr marL="0" indent="0" algn="ctr">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6" name="Content Placeholder 5"/>
          <p:cNvSpPr>
            <a:spLocks noGrp="1"/>
          </p:cNvSpPr>
          <p:nvPr>
            <p:ph sz="quarter" idx="4"/>
          </p:nvPr>
        </p:nvSpPr>
        <p:spPr>
          <a:xfrm>
            <a:off x="6298270" y="2870201"/>
            <a:ext cx="5202071" cy="2916000"/>
          </a:xfrm>
          <a:prstGeom prst="roundRect">
            <a:avLst>
              <a:gd name="adj" fmla="val 2798"/>
            </a:avLst>
          </a:prstGeom>
          <a:ln w="28575">
            <a:solidFill>
              <a:schemeClr val="accent3">
                <a:lumMod val="50000"/>
              </a:schemeClr>
            </a:solidFill>
          </a:ln>
          <a:effectLst>
            <a:outerShdw blurRad="63500" sx="102000" sy="102000" algn="ctr" rotWithShape="0">
              <a:prstClr val="black">
                <a:alpha val="40000"/>
              </a:prstClr>
            </a:outerShdw>
          </a:effectLst>
        </p:spPr>
        <p:txBody>
          <a:bodyPr anchor="t">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Date Placeholder 6"/>
          <p:cNvSpPr>
            <a:spLocks noGrp="1"/>
          </p:cNvSpPr>
          <p:nvPr>
            <p:ph type="dt" sz="half" idx="10"/>
          </p:nvPr>
        </p:nvSpPr>
        <p:spPr/>
        <p:txBody>
          <a:bodyPr/>
          <a:lstStyle/>
          <a:p>
            <a:fld id="{984B7D2A-0DF8-424B-9572-B79AEBB2D9DC}" type="datetimeFigureOut">
              <a:rPr lang="en-US" noProof="0" smtClean="0"/>
              <a:t>3/25/2026</a:t>
            </a:fld>
            <a:endParaRPr lang="en-US" noProof="0" dirty="0"/>
          </a:p>
        </p:txBody>
      </p:sp>
      <p:sp>
        <p:nvSpPr>
          <p:cNvPr id="8" name="Footer Placeholder 7"/>
          <p:cNvSpPr>
            <a:spLocks noGrp="1"/>
          </p:cNvSpPr>
          <p:nvPr>
            <p:ph type="ftr" sz="quarter" idx="11"/>
          </p:nvPr>
        </p:nvSpPr>
        <p:spPr/>
        <p:txBody>
          <a:bodyPr/>
          <a:lstStyle/>
          <a:p>
            <a:r>
              <a:rPr lang="en-US" noProof="0" dirty="0"/>
              <a:t>Add a Footer</a:t>
            </a:r>
          </a:p>
        </p:txBody>
      </p:sp>
      <p:sp>
        <p:nvSpPr>
          <p:cNvPr id="9" name="Slide Number Placeholder 8"/>
          <p:cNvSpPr>
            <a:spLocks noGrp="1"/>
          </p:cNvSpPr>
          <p:nvPr>
            <p:ph type="sldNum" sz="quarter" idx="12"/>
          </p:nvPr>
        </p:nvSpPr>
        <p:spPr/>
        <p:txBody>
          <a:bodyPr/>
          <a:lstStyle/>
          <a:p>
            <a:fld id="{5D99DD2A-B520-4620-9B43-64B657BA2D42}" type="slidenum">
              <a:rPr lang="en-US" noProof="0" smtClean="0"/>
              <a:t>‹#›</a:t>
            </a:fld>
            <a:endParaRPr lang="en-US" noProof="0" dirty="0"/>
          </a:p>
        </p:txBody>
      </p:sp>
      <p:cxnSp>
        <p:nvCxnSpPr>
          <p:cNvPr id="12" name="Straight Connector 11">
            <a:extLst>
              <a:ext uri="{FF2B5EF4-FFF2-40B4-BE49-F238E27FC236}">
                <a16:creationId xmlns:a16="http://schemas.microsoft.com/office/drawing/2014/main" id="{8031B0A9-3E16-4C5B-A6CE-045BCB91A008}"/>
              </a:ext>
              <a:ext uri="{C183D7F6-B498-43B3-948B-1728B52AA6E4}">
                <adec:decorative xmlns:adec="http://schemas.microsoft.com/office/drawing/2017/decorative" val="1"/>
              </a:ext>
            </a:extLst>
          </p:cNvPr>
          <p:cNvCxnSpPr>
            <a:cxnSpLocks/>
          </p:cNvCxnSpPr>
          <p:nvPr userDrawn="1"/>
        </p:nvCxnSpPr>
        <p:spPr>
          <a:xfrm flipV="1">
            <a:off x="57150" y="939761"/>
            <a:ext cx="3666" cy="491143"/>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866961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0"/>
            <a:ext cx="10840914" cy="1260000"/>
          </a:xfrm>
        </p:spPr>
        <p:txBody>
          <a:bodyPr>
            <a:normAutofit/>
          </a:bodyPr>
          <a:lstStyle>
            <a:lvl1pPr>
              <a:defRPr sz="3000"/>
            </a:lvl1pPr>
          </a:lstStyle>
          <a:p>
            <a:r>
              <a:rPr lang="en-US" noProof="0"/>
              <a:t>Click to edit Master title style</a:t>
            </a:r>
          </a:p>
        </p:txBody>
      </p:sp>
      <p:sp>
        <p:nvSpPr>
          <p:cNvPr id="9" name="Rectangle: Rounded Corners 8">
            <a:extLst>
              <a:ext uri="{FF2B5EF4-FFF2-40B4-BE49-F238E27FC236}">
                <a16:creationId xmlns:a16="http://schemas.microsoft.com/office/drawing/2014/main" id="{E44449DE-635B-4B23-9B8B-C95A5B8764DB}"/>
              </a:ext>
            </a:extLst>
          </p:cNvPr>
          <p:cNvSpPr/>
          <p:nvPr userDrawn="1"/>
        </p:nvSpPr>
        <p:spPr>
          <a:xfrm>
            <a:off x="663356" y="1790228"/>
            <a:ext cx="10863358" cy="4080348"/>
          </a:xfrm>
          <a:prstGeom prst="roundRect">
            <a:avLst>
              <a:gd name="adj" fmla="val 2634"/>
            </a:avLst>
          </a:prstGeom>
          <a:solidFill>
            <a:schemeClr val="accent3">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Content Placeholder 2"/>
          <p:cNvSpPr>
            <a:spLocks noGrp="1"/>
          </p:cNvSpPr>
          <p:nvPr>
            <p:ph sz="half" idx="1"/>
          </p:nvPr>
        </p:nvSpPr>
        <p:spPr>
          <a:xfrm>
            <a:off x="685802" y="1869600"/>
            <a:ext cx="5040000" cy="3921601"/>
          </a:xfrm>
          <a:prstGeom prst="roundRect">
            <a:avLst>
              <a:gd name="adj" fmla="val 1970"/>
            </a:avLst>
          </a:prstGeom>
          <a:ln w="28575">
            <a:noFill/>
          </a:ln>
          <a:effectLst/>
        </p:spPr>
        <p:txBody>
          <a:bodyPr anchor="t" anchorCtr="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p:cNvSpPr>
            <a:spLocks noGrp="1"/>
          </p:cNvSpPr>
          <p:nvPr>
            <p:ph sz="half" idx="2"/>
          </p:nvPr>
        </p:nvSpPr>
        <p:spPr>
          <a:xfrm>
            <a:off x="6488644" y="1869601"/>
            <a:ext cx="5040000" cy="3921600"/>
          </a:xfrm>
          <a:prstGeom prst="roundRect">
            <a:avLst>
              <a:gd name="adj" fmla="val 2211"/>
            </a:avLst>
          </a:prstGeom>
          <a:ln w="28575">
            <a:noFill/>
          </a:ln>
          <a:effectLst/>
        </p:spPr>
        <p:txBody>
          <a:bodyPr anchor="t" anchorCtr="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Date Placeholder 4"/>
          <p:cNvSpPr>
            <a:spLocks noGrp="1"/>
          </p:cNvSpPr>
          <p:nvPr>
            <p:ph type="dt" sz="half" idx="10"/>
          </p:nvPr>
        </p:nvSpPr>
        <p:spPr/>
        <p:txBody>
          <a:bodyPr/>
          <a:lstStyle/>
          <a:p>
            <a:fld id="{984B7D2A-0DF8-424B-9572-B79AEBB2D9DC}" type="datetimeFigureOut">
              <a:rPr lang="en-US" noProof="0" smtClean="0"/>
              <a:t>3/25/2026</a:t>
            </a:fld>
            <a:endParaRPr lang="en-US" noProof="0" dirty="0"/>
          </a:p>
        </p:txBody>
      </p:sp>
      <p:sp>
        <p:nvSpPr>
          <p:cNvPr id="6" name="Footer Placeholder 5"/>
          <p:cNvSpPr>
            <a:spLocks noGrp="1"/>
          </p:cNvSpPr>
          <p:nvPr>
            <p:ph type="ftr" sz="quarter" idx="11"/>
          </p:nvPr>
        </p:nvSpPr>
        <p:spPr/>
        <p:txBody>
          <a:bodyPr/>
          <a:lstStyle/>
          <a:p>
            <a:r>
              <a:rPr lang="en-US" noProof="0" dirty="0"/>
              <a:t>Add a Footer</a:t>
            </a:r>
          </a:p>
        </p:txBody>
      </p:sp>
      <p:sp>
        <p:nvSpPr>
          <p:cNvPr id="7" name="Slide Number Placeholder 6"/>
          <p:cNvSpPr>
            <a:spLocks noGrp="1"/>
          </p:cNvSpPr>
          <p:nvPr>
            <p:ph type="sldNum" sz="quarter" idx="12"/>
          </p:nvPr>
        </p:nvSpPr>
        <p:spPr/>
        <p:txBody>
          <a:bodyPr/>
          <a:lstStyle/>
          <a:p>
            <a:fld id="{5D99DD2A-B520-4620-9B43-64B657BA2D42}" type="slidenum">
              <a:rPr lang="en-US" noProof="0" smtClean="0"/>
              <a:t>‹#›</a:t>
            </a:fld>
            <a:endParaRPr lang="en-US" noProof="0" dirty="0"/>
          </a:p>
        </p:txBody>
      </p:sp>
      <p:cxnSp>
        <p:nvCxnSpPr>
          <p:cNvPr id="10" name="Straight Connector 9">
            <a:extLst>
              <a:ext uri="{FF2B5EF4-FFF2-40B4-BE49-F238E27FC236}">
                <a16:creationId xmlns:a16="http://schemas.microsoft.com/office/drawing/2014/main" id="{E8539E0A-8009-4A6E-A7A1-5AEFA52206C3}"/>
              </a:ext>
              <a:ext uri="{C183D7F6-B498-43B3-948B-1728B52AA6E4}">
                <adec:decorative xmlns:adec="http://schemas.microsoft.com/office/drawing/2017/decorative" val="1"/>
              </a:ext>
            </a:extLst>
          </p:cNvPr>
          <p:cNvCxnSpPr>
            <a:cxnSpLocks/>
          </p:cNvCxnSpPr>
          <p:nvPr userDrawn="1"/>
        </p:nvCxnSpPr>
        <p:spPr>
          <a:xfrm flipV="1">
            <a:off x="57150" y="996911"/>
            <a:ext cx="3666" cy="491143"/>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62352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hasCustomPrompt="1"/>
          </p:nvPr>
        </p:nvSpPr>
        <p:spPr>
          <a:xfrm>
            <a:off x="685801" y="609601"/>
            <a:ext cx="10840913" cy="3124199"/>
          </a:xfrm>
        </p:spPr>
        <p:txBody>
          <a:bodyPr anchor="ctr">
            <a:normAutofit/>
          </a:bodyPr>
          <a:lstStyle>
            <a:lvl1pPr algn="l">
              <a:defRPr sz="3000" b="0" cap="none"/>
            </a:lvl1pPr>
          </a:lstStyle>
          <a:p>
            <a:r>
              <a:rPr lang="en-US" noProof="0"/>
              <a:t>CLICK TO EDIT MASTER TITLE STYLE</a:t>
            </a:r>
          </a:p>
        </p:txBody>
      </p:sp>
      <p:sp>
        <p:nvSpPr>
          <p:cNvPr id="3" name="Text Placeholder 2"/>
          <p:cNvSpPr>
            <a:spLocks noGrp="1"/>
          </p:cNvSpPr>
          <p:nvPr>
            <p:ph type="body" idx="1"/>
          </p:nvPr>
        </p:nvSpPr>
        <p:spPr>
          <a:xfrm>
            <a:off x="685800" y="3733800"/>
            <a:ext cx="10840914" cy="2057400"/>
          </a:xfrm>
        </p:spPr>
        <p:txBody>
          <a:bodyPr anchor="ctr">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Click to edit Master text styles</a:t>
            </a:r>
          </a:p>
        </p:txBody>
      </p:sp>
      <p:sp>
        <p:nvSpPr>
          <p:cNvPr id="4" name="Date Placeholder 3"/>
          <p:cNvSpPr>
            <a:spLocks noGrp="1"/>
          </p:cNvSpPr>
          <p:nvPr>
            <p:ph type="dt" sz="half" idx="10"/>
          </p:nvPr>
        </p:nvSpPr>
        <p:spPr/>
        <p:txBody>
          <a:bodyPr/>
          <a:lstStyle/>
          <a:p>
            <a:fld id="{984B7D2A-0DF8-424B-9572-B79AEBB2D9DC}" type="datetimeFigureOut">
              <a:rPr lang="en-US" noProof="0" smtClean="0"/>
              <a:t>3/25/2026</a:t>
            </a:fld>
            <a:endParaRPr lang="en-US" noProof="0" dirty="0"/>
          </a:p>
        </p:txBody>
      </p:sp>
      <p:sp>
        <p:nvSpPr>
          <p:cNvPr id="5" name="Footer Placeholder 4"/>
          <p:cNvSpPr>
            <a:spLocks noGrp="1"/>
          </p:cNvSpPr>
          <p:nvPr>
            <p:ph type="ftr" sz="quarter" idx="11"/>
          </p:nvPr>
        </p:nvSpPr>
        <p:spPr/>
        <p:txBody>
          <a:bodyPr/>
          <a:lstStyle/>
          <a:p>
            <a:r>
              <a:rPr lang="en-US" noProof="0" dirty="0"/>
              <a:t>Add a Footer</a:t>
            </a:r>
          </a:p>
        </p:txBody>
      </p:sp>
      <p:sp>
        <p:nvSpPr>
          <p:cNvPr id="6" name="Slide Number Placeholder 5"/>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833263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0"/>
            <a:ext cx="10840914" cy="1260000"/>
          </a:xfrm>
        </p:spPr>
        <p:txBody>
          <a:bodyPr>
            <a:normAutofit/>
          </a:bodyPr>
          <a:lstStyle>
            <a:lvl1pPr>
              <a:defRPr sz="3000"/>
            </a:lvl1pPr>
          </a:lstStyle>
          <a:p>
            <a:r>
              <a:rPr lang="en-US" noProof="0"/>
              <a:t>Click to edit Master title style</a:t>
            </a:r>
          </a:p>
        </p:txBody>
      </p:sp>
      <p:sp>
        <p:nvSpPr>
          <p:cNvPr id="3" name="Date Placeholder 2"/>
          <p:cNvSpPr>
            <a:spLocks noGrp="1"/>
          </p:cNvSpPr>
          <p:nvPr>
            <p:ph type="dt" sz="half" idx="10"/>
          </p:nvPr>
        </p:nvSpPr>
        <p:spPr/>
        <p:txBody>
          <a:bodyPr/>
          <a:lstStyle/>
          <a:p>
            <a:fld id="{984B7D2A-0DF8-424B-9572-B79AEBB2D9DC}" type="datetimeFigureOut">
              <a:rPr lang="en-US" noProof="0" smtClean="0"/>
              <a:t>3/25/2026</a:t>
            </a:fld>
            <a:endParaRPr lang="en-US" noProof="0" dirty="0"/>
          </a:p>
        </p:txBody>
      </p:sp>
      <p:sp>
        <p:nvSpPr>
          <p:cNvPr id="4" name="Footer Placeholder 3"/>
          <p:cNvSpPr>
            <a:spLocks noGrp="1"/>
          </p:cNvSpPr>
          <p:nvPr>
            <p:ph type="ftr" sz="quarter" idx="11"/>
          </p:nvPr>
        </p:nvSpPr>
        <p:spPr/>
        <p:txBody>
          <a:bodyPr/>
          <a:lstStyle/>
          <a:p>
            <a:r>
              <a:rPr lang="en-US" noProof="0" dirty="0"/>
              <a:t>Add a Footer</a:t>
            </a:r>
          </a:p>
        </p:txBody>
      </p:sp>
      <p:sp>
        <p:nvSpPr>
          <p:cNvPr id="5" name="Slide Number Placeholder 4"/>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15106499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984B7D2A-0DF8-424B-9572-B79AEBB2D9DC}" type="datetimeFigureOut">
              <a:rPr lang="en-US" noProof="0" smtClean="0"/>
              <a:t>3/25/2026</a:t>
            </a:fld>
            <a:endParaRPr lang="en-US" noProof="0" dirty="0"/>
          </a:p>
        </p:txBody>
      </p:sp>
      <p:sp>
        <p:nvSpPr>
          <p:cNvPr id="3" name="Footer Placeholder 2"/>
          <p:cNvSpPr>
            <a:spLocks noGrp="1"/>
          </p:cNvSpPr>
          <p:nvPr>
            <p:ph type="ftr" sz="quarter" idx="11"/>
          </p:nvPr>
        </p:nvSpPr>
        <p:spPr/>
        <p:txBody>
          <a:bodyPr/>
          <a:lstStyle/>
          <a:p>
            <a:r>
              <a:rPr lang="en-US" noProof="0" dirty="0"/>
              <a:t>Add a Footer</a:t>
            </a:r>
          </a:p>
        </p:txBody>
      </p:sp>
      <p:sp>
        <p:nvSpPr>
          <p:cNvPr id="4" name="Slide Number Placeholder 3"/>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2453706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Gray">
      <p:bgPr>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5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white">
          <a:xfrm>
            <a:off x="685801" y="609600"/>
            <a:ext cx="10840914" cy="1456267"/>
          </a:xfrm>
          <a:prstGeom prst="rect">
            <a:avLst/>
          </a:prstGeom>
          <a:effectLst/>
        </p:spPr>
        <p:txBody>
          <a:bodyPr vert="horz" lIns="91440" tIns="45720" rIns="91440" bIns="45720" rtlCol="0" anchor="ctr">
            <a:normAutofit/>
          </a:bodyPr>
          <a:lstStyle/>
          <a:p>
            <a:r>
              <a:rPr lang="en-US" noProof="0"/>
              <a:t>Click to edit Master title style</a:t>
            </a:r>
          </a:p>
        </p:txBody>
      </p:sp>
      <p:sp>
        <p:nvSpPr>
          <p:cNvPr id="3" name="Text Placeholder 2"/>
          <p:cNvSpPr>
            <a:spLocks noGrp="1"/>
          </p:cNvSpPr>
          <p:nvPr>
            <p:ph type="body" idx="1"/>
          </p:nvPr>
        </p:nvSpPr>
        <p:spPr bwMode="white">
          <a:xfrm>
            <a:off x="685801" y="2142067"/>
            <a:ext cx="10840914" cy="3649133"/>
          </a:xfrm>
          <a:prstGeom prst="rect">
            <a:avLst/>
          </a:prstGeom>
        </p:spPr>
        <p:txBody>
          <a:bodyPr vert="horz" lIns="91440" tIns="45720" rIns="91440" bIns="45720" rtlCol="0" anchor="ctr">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84B7D2A-0DF8-424B-9572-B79AEBB2D9DC}" type="datetimeFigureOut">
              <a:rPr lang="en-US" noProof="0" smtClean="0"/>
              <a:t>3/25/2026</a:t>
            </a:fld>
            <a:endParaRPr lang="en-US" noProof="0"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US" noProof="0" dirty="0"/>
              <a:t>Add a Footer</a:t>
            </a:r>
          </a:p>
        </p:txBody>
      </p:sp>
      <p:sp>
        <p:nvSpPr>
          <p:cNvPr id="6" name="Slide Number Placeholder 5"/>
          <p:cNvSpPr>
            <a:spLocks noGrp="1"/>
          </p:cNvSpPr>
          <p:nvPr>
            <p:ph type="sldNum" sz="quarter" idx="4"/>
          </p:nvPr>
        </p:nvSpPr>
        <p:spPr>
          <a:xfrm>
            <a:off x="10266059" y="5870575"/>
            <a:ext cx="1260655"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009069978"/>
      </p:ext>
    </p:extLst>
  </p:cSld>
  <p:clrMap bg1="dk1" tx1="lt1" bg2="dk2" tx2="lt2" accent1="accent1" accent2="accent2" accent3="accent3" accent4="accent4" accent5="accent5" accent6="accent6" hlink="hlink" folHlink="folHlink"/>
  <p:sldLayoutIdLst>
    <p:sldLayoutId id="2147483662" r:id="rId1"/>
    <p:sldLayoutId id="2147483661" r:id="rId2"/>
    <p:sldLayoutId id="2147483668" r:id="rId3"/>
    <p:sldLayoutId id="2147483679" r:id="rId4"/>
    <p:sldLayoutId id="2147483669" r:id="rId5"/>
    <p:sldLayoutId id="2147483680" r:id="rId6"/>
    <p:sldLayoutId id="2147483672" r:id="rId7"/>
    <p:sldLayoutId id="2147483665" r:id="rId8"/>
    <p:sldLayoutId id="2147483664" r:id="rId9"/>
    <p:sldLayoutId id="2147483671" r:id="rId10"/>
    <p:sldLayoutId id="2147483666" r:id="rId11"/>
    <p:sldLayoutId id="2147483667" r:id="rId12"/>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hyperlink" Target="https://huggingface.co/datasets/hotpotqa/hotpot_qa"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hyperlink" Target="https://go.microsoft.com/fwlink/?linkid=2007348" TargetMode="Externa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pillar icon">
            <a:extLst>
              <a:ext uri="{FF2B5EF4-FFF2-40B4-BE49-F238E27FC236}">
                <a16:creationId xmlns:a16="http://schemas.microsoft.com/office/drawing/2014/main" id="{FC7E2CCC-C53E-454B-9DE0-F2484BA0FF9D}"/>
              </a:ext>
              <a:ext uri="{C183D7F6-B498-43B3-948B-1728B52AA6E4}">
                <adec:decorative xmlns:adec="http://schemas.microsoft.com/office/drawing/2017/decorative" val="1"/>
              </a:ext>
            </a:extLst>
          </p:cNvPr>
          <p:cNvPicPr>
            <a:picLocks/>
          </p:cNvPicPr>
          <p:nvPr/>
        </p:nvPicPr>
        <p:blipFill>
          <a:blip r:embed="rId2"/>
          <a:stretch>
            <a:fillRect/>
          </a:stretch>
        </p:blipFill>
        <p:spPr>
          <a:xfrm>
            <a:off x="9577705" y="1524000"/>
            <a:ext cx="1905000" cy="1905000"/>
          </a:xfrm>
          <a:prstGeom prst="rect">
            <a:avLst/>
          </a:prstGeom>
          <a:ln>
            <a:noFill/>
          </a:ln>
        </p:spPr>
      </p:pic>
      <p:sp>
        <p:nvSpPr>
          <p:cNvPr id="2" name="Title 1">
            <a:extLst>
              <a:ext uri="{FF2B5EF4-FFF2-40B4-BE49-F238E27FC236}">
                <a16:creationId xmlns:a16="http://schemas.microsoft.com/office/drawing/2014/main" id="{7635B398-1E7F-44AD-8356-8345134C958C}"/>
              </a:ext>
            </a:extLst>
          </p:cNvPr>
          <p:cNvSpPr>
            <a:spLocks noGrp="1"/>
          </p:cNvSpPr>
          <p:nvPr>
            <p:ph type="ctrTitle"/>
          </p:nvPr>
        </p:nvSpPr>
        <p:spPr/>
        <p:txBody>
          <a:bodyPr>
            <a:noAutofit/>
          </a:bodyPr>
          <a:lstStyle/>
          <a:p>
            <a:r>
              <a:rPr lang="en-GB" sz="3600" b="1" dirty="0"/>
              <a:t>Multi-Hop Retrieval for Question Answering: Improving Evidence Selection for RAG</a:t>
            </a:r>
            <a:endParaRPr lang="en-US" sz="3600" b="1" dirty="0"/>
          </a:p>
        </p:txBody>
      </p:sp>
      <p:sp>
        <p:nvSpPr>
          <p:cNvPr id="3" name="Subtitle 2">
            <a:extLst>
              <a:ext uri="{FF2B5EF4-FFF2-40B4-BE49-F238E27FC236}">
                <a16:creationId xmlns:a16="http://schemas.microsoft.com/office/drawing/2014/main" id="{852A3D91-AB3F-4EDF-B87E-FDDF6C5DC4CF}"/>
              </a:ext>
            </a:extLst>
          </p:cNvPr>
          <p:cNvSpPr>
            <a:spLocks noGrp="1"/>
          </p:cNvSpPr>
          <p:nvPr>
            <p:ph type="subTitle" idx="1"/>
          </p:nvPr>
        </p:nvSpPr>
        <p:spPr>
          <a:xfrm>
            <a:off x="2476500" y="5137736"/>
            <a:ext cx="8683625" cy="1192272"/>
          </a:xfrm>
        </p:spPr>
        <p:txBody>
          <a:bodyPr>
            <a:normAutofit fontScale="92500" lnSpcReduction="10000"/>
          </a:bodyPr>
          <a:lstStyle/>
          <a:p>
            <a:r>
              <a:rPr lang="en-US" dirty="0"/>
              <a:t>University of Hertfordshire</a:t>
            </a:r>
          </a:p>
          <a:p>
            <a:r>
              <a:rPr lang="en-US" dirty="0"/>
              <a:t>Saif Ali Jan</a:t>
            </a:r>
          </a:p>
          <a:p>
            <a:r>
              <a:rPr lang="en-US" dirty="0"/>
              <a:t>24065142</a:t>
            </a:r>
          </a:p>
          <a:p>
            <a:endParaRPr lang="en-US" dirty="0"/>
          </a:p>
        </p:txBody>
      </p:sp>
    </p:spTree>
    <p:extLst>
      <p:ext uri="{BB962C8B-B14F-4D97-AF65-F5344CB8AC3E}">
        <p14:creationId xmlns:p14="http://schemas.microsoft.com/office/powerpoint/2010/main" val="2352749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7B851-718F-E202-A480-86F73C706A55}"/>
              </a:ext>
            </a:extLst>
          </p:cNvPr>
          <p:cNvSpPr>
            <a:spLocks noGrp="1"/>
          </p:cNvSpPr>
          <p:nvPr>
            <p:ph type="title"/>
          </p:nvPr>
        </p:nvSpPr>
        <p:spPr/>
        <p:txBody>
          <a:bodyPr/>
          <a:lstStyle/>
          <a:p>
            <a:r>
              <a:rPr lang="en-US" b="1" dirty="0"/>
              <a:t>introduction</a:t>
            </a:r>
          </a:p>
        </p:txBody>
      </p:sp>
      <p:sp>
        <p:nvSpPr>
          <p:cNvPr id="3" name="Content Placeholder 2">
            <a:extLst>
              <a:ext uri="{FF2B5EF4-FFF2-40B4-BE49-F238E27FC236}">
                <a16:creationId xmlns:a16="http://schemas.microsoft.com/office/drawing/2014/main" id="{25ACCE73-7B28-3F51-ADED-358A0D479B32}"/>
              </a:ext>
            </a:extLst>
          </p:cNvPr>
          <p:cNvSpPr>
            <a:spLocks noGrp="1"/>
          </p:cNvSpPr>
          <p:nvPr>
            <p:ph idx="1"/>
          </p:nvPr>
        </p:nvSpPr>
        <p:spPr/>
        <p:txBody>
          <a:bodyPr/>
          <a:lstStyle/>
          <a:p>
            <a:pPr>
              <a:buFont typeface="Arial" panose="020B0604020202020204" pitchFamily="34" charset="0"/>
              <a:buChar char="•"/>
            </a:pPr>
            <a:r>
              <a:rPr lang="en-US" dirty="0"/>
              <a:t>Multi-hop question answering requires combining evidence from multiple documents, and this project explores how better evidence selection in RAG can improve answer quality on HotpotQA. </a:t>
            </a:r>
          </a:p>
          <a:p>
            <a:pPr>
              <a:buNone/>
            </a:pPr>
            <a:r>
              <a:rPr lang="en-US" b="1" dirty="0"/>
              <a:t>Motivation</a:t>
            </a:r>
            <a:endParaRPr lang="en-US" dirty="0"/>
          </a:p>
          <a:p>
            <a:pPr>
              <a:buFont typeface="Arial" panose="020B0604020202020204" pitchFamily="34" charset="0"/>
              <a:buChar char="•"/>
            </a:pPr>
            <a:r>
              <a:rPr lang="en-US" dirty="0"/>
              <a:t>Standard RAG pipelines often miss key linking facts or retrieve distracting passages, so improving evidence selection is important for more accurate, explainable, and reliable answers. </a:t>
            </a:r>
          </a:p>
          <a:p>
            <a:pPr>
              <a:buNone/>
            </a:pPr>
            <a:r>
              <a:rPr lang="en-US" b="1" dirty="0"/>
              <a:t>Research Question</a:t>
            </a:r>
            <a:endParaRPr lang="en-US" dirty="0"/>
          </a:p>
          <a:p>
            <a:pPr>
              <a:buFont typeface="Arial" panose="020B0604020202020204" pitchFamily="34" charset="0"/>
              <a:buChar char="•"/>
            </a:pPr>
            <a:r>
              <a:rPr lang="en-US" dirty="0"/>
              <a:t>Can a QA model accurately answer multi-hop questions by reasoning across multiple Wikipedia documents while also identifying the correct supporting facts?</a:t>
            </a:r>
          </a:p>
        </p:txBody>
      </p:sp>
    </p:spTree>
    <p:extLst>
      <p:ext uri="{BB962C8B-B14F-4D97-AF65-F5344CB8AC3E}">
        <p14:creationId xmlns:p14="http://schemas.microsoft.com/office/powerpoint/2010/main" val="6878827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412A6-3451-9A5C-D994-548D734F46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58CC7A-1FEE-CDDB-B1F8-B1CC6E1B92B0}"/>
              </a:ext>
            </a:extLst>
          </p:cNvPr>
          <p:cNvSpPr>
            <a:spLocks noGrp="1"/>
          </p:cNvSpPr>
          <p:nvPr>
            <p:ph type="title"/>
          </p:nvPr>
        </p:nvSpPr>
        <p:spPr/>
        <p:txBody>
          <a:bodyPr/>
          <a:lstStyle/>
          <a:p>
            <a:r>
              <a:rPr lang="en-US" b="1" dirty="0"/>
              <a:t>Overview if previous work related to the project</a:t>
            </a:r>
          </a:p>
        </p:txBody>
      </p:sp>
      <p:sp>
        <p:nvSpPr>
          <p:cNvPr id="3" name="Content Placeholder 2">
            <a:extLst>
              <a:ext uri="{FF2B5EF4-FFF2-40B4-BE49-F238E27FC236}">
                <a16:creationId xmlns:a16="http://schemas.microsoft.com/office/drawing/2014/main" id="{040FFA21-4360-A17D-86F3-D96A63CEC799}"/>
              </a:ext>
            </a:extLst>
          </p:cNvPr>
          <p:cNvSpPr>
            <a:spLocks noGrp="1"/>
          </p:cNvSpPr>
          <p:nvPr>
            <p:ph idx="1"/>
          </p:nvPr>
        </p:nvSpPr>
        <p:spPr/>
        <p:txBody>
          <a:bodyPr>
            <a:normAutofit/>
          </a:bodyPr>
          <a:lstStyle/>
          <a:p>
            <a:r>
              <a:rPr lang="en-US" b="1" dirty="0"/>
              <a:t>Paper 1: </a:t>
            </a:r>
            <a:r>
              <a:rPr lang="en-US" dirty="0"/>
              <a:t>Aksoy et al. (2025) showed that RAG performance in multi-hop QA depends heavily on dataset characteristics, and that better semantic matching such as </a:t>
            </a:r>
            <a:r>
              <a:rPr lang="en-US" dirty="0" err="1"/>
              <a:t>BERTScore</a:t>
            </a:r>
            <a:r>
              <a:rPr lang="en-US" dirty="0"/>
              <a:t> can improve evidence retrieval. </a:t>
            </a:r>
          </a:p>
          <a:p>
            <a:r>
              <a:rPr lang="en-US" b="1" dirty="0"/>
              <a:t>Paper 2: </a:t>
            </a:r>
            <a:r>
              <a:rPr lang="en-US" dirty="0"/>
              <a:t>Zhu et al. (2025) found that multi-hop RAG with iterative query refinement and fine-tuning outperformed single-hop RAG, especially by reducing hallucinations in complex medical QA tasks. </a:t>
            </a:r>
          </a:p>
          <a:p>
            <a:r>
              <a:rPr lang="en-US" b="1" dirty="0"/>
              <a:t>Paper 3: </a:t>
            </a:r>
            <a:r>
              <a:rPr lang="en-US" dirty="0"/>
              <a:t>Shi et al. (2024) proposed retrieval-augmented knowledge editing, showing that relevance-based retrieval and pruning of uncertain facts can improve multi-hop reasoning quality. </a:t>
            </a:r>
          </a:p>
          <a:p>
            <a:r>
              <a:rPr lang="en-US" b="1" dirty="0"/>
              <a:t>Paper 4: </a:t>
            </a:r>
            <a:r>
              <a:rPr lang="en-US" dirty="0"/>
              <a:t>Zhuang et al. (2024) introduced </a:t>
            </a:r>
            <a:r>
              <a:rPr lang="en-US" dirty="0" err="1"/>
              <a:t>EfficientRAG</a:t>
            </a:r>
            <a:r>
              <a:rPr lang="en-US" dirty="0"/>
              <a:t>, which improves multi-hop retrieval by filtering irrelevant evidence and refining queries more efficiently, reducing both noise and computation cost.</a:t>
            </a:r>
          </a:p>
        </p:txBody>
      </p:sp>
    </p:spTree>
    <p:extLst>
      <p:ext uri="{BB962C8B-B14F-4D97-AF65-F5344CB8AC3E}">
        <p14:creationId xmlns:p14="http://schemas.microsoft.com/office/powerpoint/2010/main" val="3650486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B7356-0663-D2E1-BA42-7EAED7D555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ABAB99-6DA0-A432-D54A-716055463287}"/>
              </a:ext>
            </a:extLst>
          </p:cNvPr>
          <p:cNvSpPr>
            <a:spLocks noGrp="1"/>
          </p:cNvSpPr>
          <p:nvPr>
            <p:ph type="title"/>
          </p:nvPr>
        </p:nvSpPr>
        <p:spPr/>
        <p:txBody>
          <a:bodyPr/>
          <a:lstStyle/>
          <a:p>
            <a:r>
              <a:rPr lang="en-US" b="1" dirty="0"/>
              <a:t>What will you do and how does it compare to the previous work?</a:t>
            </a:r>
          </a:p>
        </p:txBody>
      </p:sp>
      <p:sp>
        <p:nvSpPr>
          <p:cNvPr id="3" name="Content Placeholder 2">
            <a:extLst>
              <a:ext uri="{FF2B5EF4-FFF2-40B4-BE49-F238E27FC236}">
                <a16:creationId xmlns:a16="http://schemas.microsoft.com/office/drawing/2014/main" id="{829371D4-3E64-A237-7685-DC121E025078}"/>
              </a:ext>
            </a:extLst>
          </p:cNvPr>
          <p:cNvSpPr>
            <a:spLocks noGrp="1"/>
          </p:cNvSpPr>
          <p:nvPr>
            <p:ph idx="1"/>
          </p:nvPr>
        </p:nvSpPr>
        <p:spPr/>
        <p:txBody>
          <a:bodyPr/>
          <a:lstStyle/>
          <a:p>
            <a:pPr>
              <a:buFont typeface="Arial" panose="020B0604020202020204" pitchFamily="34" charset="0"/>
              <a:buChar char="•"/>
            </a:pPr>
            <a:r>
              <a:rPr lang="en-US" dirty="0"/>
              <a:t>Multi-hop question answering requires combining evidence from multiple documents, and this project explores how better evidence selection in RAG can improve answer quality on HotpotQA. </a:t>
            </a:r>
          </a:p>
          <a:p>
            <a:pPr>
              <a:buNone/>
            </a:pPr>
            <a:r>
              <a:rPr lang="en-US" b="1" dirty="0"/>
              <a:t>Motivation</a:t>
            </a:r>
            <a:endParaRPr lang="en-US" dirty="0"/>
          </a:p>
          <a:p>
            <a:pPr>
              <a:buFont typeface="Arial" panose="020B0604020202020204" pitchFamily="34" charset="0"/>
              <a:buChar char="•"/>
            </a:pPr>
            <a:r>
              <a:rPr lang="en-US" dirty="0"/>
              <a:t>Standard RAG pipelines often miss key linking facts or retrieve distracting passages, so improving evidence selection is important for more accurate, explainable, and reliable answers. </a:t>
            </a:r>
          </a:p>
          <a:p>
            <a:pPr>
              <a:buNone/>
            </a:pPr>
            <a:r>
              <a:rPr lang="en-US" b="1" dirty="0"/>
              <a:t>Research Question</a:t>
            </a:r>
            <a:endParaRPr lang="en-US" dirty="0"/>
          </a:p>
          <a:p>
            <a:pPr>
              <a:buFont typeface="Arial" panose="020B0604020202020204" pitchFamily="34" charset="0"/>
              <a:buChar char="•"/>
            </a:pPr>
            <a:r>
              <a:rPr lang="en-US" dirty="0"/>
              <a:t>Can a QA model accurately answer multi-hop questions by reasoning across multiple Wikipedia documents while also identifying the correct supporting facts?</a:t>
            </a:r>
          </a:p>
        </p:txBody>
      </p:sp>
    </p:spTree>
    <p:extLst>
      <p:ext uri="{BB962C8B-B14F-4D97-AF65-F5344CB8AC3E}">
        <p14:creationId xmlns:p14="http://schemas.microsoft.com/office/powerpoint/2010/main" val="41071001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378FF-FE9C-05F9-B157-05CCE308A0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089676-B050-FACA-E885-5134D9DE191C}"/>
              </a:ext>
            </a:extLst>
          </p:cNvPr>
          <p:cNvSpPr>
            <a:spLocks noGrp="1"/>
          </p:cNvSpPr>
          <p:nvPr>
            <p:ph type="title"/>
          </p:nvPr>
        </p:nvSpPr>
        <p:spPr/>
        <p:txBody>
          <a:bodyPr/>
          <a:lstStyle/>
          <a:p>
            <a:r>
              <a:rPr lang="en-US" b="1" dirty="0"/>
              <a:t>What will you do and how does it compare to the previous work?</a:t>
            </a:r>
          </a:p>
        </p:txBody>
      </p:sp>
      <p:sp>
        <p:nvSpPr>
          <p:cNvPr id="3" name="Content Placeholder 2">
            <a:extLst>
              <a:ext uri="{FF2B5EF4-FFF2-40B4-BE49-F238E27FC236}">
                <a16:creationId xmlns:a16="http://schemas.microsoft.com/office/drawing/2014/main" id="{5BEA8A61-8FAF-937F-9DF7-10E770E88402}"/>
              </a:ext>
            </a:extLst>
          </p:cNvPr>
          <p:cNvSpPr>
            <a:spLocks noGrp="1"/>
          </p:cNvSpPr>
          <p:nvPr>
            <p:ph idx="1"/>
          </p:nvPr>
        </p:nvSpPr>
        <p:spPr/>
        <p:txBody>
          <a:bodyPr/>
          <a:lstStyle/>
          <a:p>
            <a:pPr defTabSz="914400" eaLnBrk="0" fontAlgn="base" hangingPunct="0">
              <a:spcBef>
                <a:spcPct val="0"/>
              </a:spcBef>
              <a:spcAft>
                <a:spcPct val="0"/>
              </a:spcAft>
              <a:buClrTx/>
              <a:buSzTx/>
              <a:defRPr/>
            </a:pPr>
            <a:r>
              <a:rPr kumimoji="0" lang="en-US" altLang="en-US" sz="1800" i="0" u="none" strike="noStrike" kern="1200" cap="none" spc="0" normalizeH="0" baseline="0" noProof="0" dirty="0">
                <a:ln>
                  <a:noFill/>
                </a:ln>
                <a:solidFill>
                  <a:prstClr val="white"/>
                </a:solidFill>
                <a:effectLst/>
                <a:uLnTx/>
                <a:uFillTx/>
                <a:latin typeface="+mj-lt"/>
                <a:ea typeface="+mn-ea"/>
                <a:cs typeface="+mn-cs"/>
              </a:rPr>
              <a:t>I will build and test a multi-hop RAG pipeline on HotpotQA that predicts both the final answer and the supporting facts, whereas some earlier studies mainly compared datasets or focused on other domains like biomedicine. </a:t>
            </a:r>
          </a:p>
          <a:p>
            <a:pPr defTabSz="914400" eaLnBrk="0" fontAlgn="base" hangingPunct="0">
              <a:spcBef>
                <a:spcPct val="0"/>
              </a:spcBef>
              <a:spcAft>
                <a:spcPct val="0"/>
              </a:spcAft>
              <a:buClrTx/>
              <a:buSzTx/>
              <a:defRPr/>
            </a:pPr>
            <a:r>
              <a:rPr kumimoji="0" lang="en-US" altLang="en-US" sz="1800" i="0" u="none" strike="noStrike" kern="1200" cap="none" spc="0" normalizeH="0" baseline="0" noProof="0" dirty="0">
                <a:ln>
                  <a:noFill/>
                </a:ln>
                <a:solidFill>
                  <a:prstClr val="white"/>
                </a:solidFill>
                <a:effectLst/>
                <a:uLnTx/>
                <a:uFillTx/>
                <a:latin typeface="+mj-lt"/>
                <a:ea typeface="+mn-ea"/>
                <a:cs typeface="+mn-cs"/>
              </a:rPr>
              <a:t>I will focus specifically on improving evidence selection by ranking and filtering passages across hops to reduce distractors and missing links, building on earlier ideas such as iterative retrieval, query refinement, and relevance pruning. </a:t>
            </a:r>
          </a:p>
          <a:p>
            <a:pPr defTabSz="914400" eaLnBrk="0" fontAlgn="base" hangingPunct="0">
              <a:spcBef>
                <a:spcPct val="0"/>
              </a:spcBef>
              <a:spcAft>
                <a:spcPct val="0"/>
              </a:spcAft>
              <a:buClrTx/>
              <a:buSzTx/>
              <a:defRPr/>
            </a:pPr>
            <a:r>
              <a:rPr kumimoji="0" lang="en-US" altLang="en-US" sz="1800" i="0" u="none" strike="noStrike" kern="1200" cap="none" spc="0" normalizeH="0" baseline="0" noProof="0" dirty="0">
                <a:ln>
                  <a:noFill/>
                </a:ln>
                <a:solidFill>
                  <a:prstClr val="white"/>
                </a:solidFill>
                <a:effectLst/>
                <a:uLnTx/>
                <a:uFillTx/>
                <a:latin typeface="+mj-lt"/>
                <a:ea typeface="+mn-ea"/>
                <a:cs typeface="+mn-cs"/>
              </a:rPr>
              <a:t>I will compare the method using both answer accuracy and supporting-fact overlap and </a:t>
            </a:r>
            <a:r>
              <a:rPr kumimoji="0" lang="en-US" altLang="en-US" sz="1800" i="0" u="none" strike="noStrike" kern="1200" cap="none" spc="0" normalizeH="0" baseline="0" noProof="0" dirty="0" err="1">
                <a:ln>
                  <a:noFill/>
                </a:ln>
                <a:solidFill>
                  <a:prstClr val="white"/>
                </a:solidFill>
                <a:effectLst/>
                <a:uLnTx/>
                <a:uFillTx/>
                <a:latin typeface="+mj-lt"/>
                <a:ea typeface="+mn-ea"/>
                <a:cs typeface="+mn-cs"/>
              </a:rPr>
              <a:t>analyse</a:t>
            </a:r>
            <a:r>
              <a:rPr kumimoji="0" lang="en-US" altLang="en-US" sz="1800" i="0" u="none" strike="noStrike" kern="1200" cap="none" spc="0" normalizeH="0" baseline="0" noProof="0" dirty="0">
                <a:ln>
                  <a:noFill/>
                </a:ln>
                <a:solidFill>
                  <a:prstClr val="white"/>
                </a:solidFill>
                <a:effectLst/>
                <a:uLnTx/>
                <a:uFillTx/>
                <a:latin typeface="+mj-lt"/>
                <a:ea typeface="+mn-ea"/>
                <a:cs typeface="+mn-cs"/>
              </a:rPr>
              <a:t> retrieval failure modes, which gives a more direct evaluation of evidence quality than prior work that focused more on model editing, fine-tuning, or retrieval efficiency alone. </a:t>
            </a:r>
          </a:p>
        </p:txBody>
      </p:sp>
    </p:spTree>
    <p:extLst>
      <p:ext uri="{BB962C8B-B14F-4D97-AF65-F5344CB8AC3E}">
        <p14:creationId xmlns:p14="http://schemas.microsoft.com/office/powerpoint/2010/main" val="2693746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2EB33-E951-1CDB-FEF6-32F437FF36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731732-A814-0D70-9329-1D66BAFCB75E}"/>
              </a:ext>
            </a:extLst>
          </p:cNvPr>
          <p:cNvSpPr>
            <a:spLocks noGrp="1"/>
          </p:cNvSpPr>
          <p:nvPr>
            <p:ph type="title"/>
          </p:nvPr>
        </p:nvSpPr>
        <p:spPr/>
        <p:txBody>
          <a:bodyPr/>
          <a:lstStyle/>
          <a:p>
            <a:r>
              <a:rPr lang="en-US" b="1" dirty="0"/>
              <a:t>DATASET</a:t>
            </a:r>
          </a:p>
        </p:txBody>
      </p:sp>
      <p:sp>
        <p:nvSpPr>
          <p:cNvPr id="3" name="Content Placeholder 2">
            <a:extLst>
              <a:ext uri="{FF2B5EF4-FFF2-40B4-BE49-F238E27FC236}">
                <a16:creationId xmlns:a16="http://schemas.microsoft.com/office/drawing/2014/main" id="{3CFC0180-07A4-0BAC-9429-867613787E46}"/>
              </a:ext>
            </a:extLst>
          </p:cNvPr>
          <p:cNvSpPr>
            <a:spLocks noGrp="1"/>
          </p:cNvSpPr>
          <p:nvPr>
            <p:ph idx="1"/>
          </p:nvPr>
        </p:nvSpPr>
        <p:spPr/>
        <p:txBody>
          <a:bodyPr/>
          <a:lstStyle/>
          <a:p>
            <a:pPr defTabSz="914400" eaLnBrk="0" fontAlgn="base" hangingPunct="0">
              <a:spcBef>
                <a:spcPct val="0"/>
              </a:spcBef>
              <a:buClrTx/>
              <a:buSzTx/>
              <a:defRPr/>
            </a:pPr>
            <a:r>
              <a:rPr kumimoji="0" lang="en-US" altLang="en-US" sz="1800" b="1" i="0" u="none" strike="noStrike" kern="1200" cap="none" spc="0" normalizeH="0" baseline="0" noProof="0" dirty="0">
                <a:ln>
                  <a:noFill/>
                </a:ln>
                <a:solidFill>
                  <a:prstClr val="white"/>
                </a:solidFill>
                <a:effectLst/>
                <a:uLnTx/>
                <a:uFillTx/>
                <a:latin typeface="+mj-lt"/>
                <a:ea typeface="+mn-ea"/>
                <a:cs typeface="+mn-cs"/>
              </a:rPr>
              <a:t>What it is:</a:t>
            </a:r>
            <a:r>
              <a:rPr kumimoji="0" lang="en-US" altLang="en-US" sz="1800" b="0" i="0" u="none" strike="noStrike" kern="1200" cap="none" spc="0" normalizeH="0" baseline="0" noProof="0" dirty="0">
                <a:ln>
                  <a:noFill/>
                </a:ln>
                <a:solidFill>
                  <a:prstClr val="white"/>
                </a:solidFill>
                <a:effectLst/>
                <a:uLnTx/>
                <a:uFillTx/>
                <a:latin typeface="+mj-lt"/>
                <a:ea typeface="+mn-ea"/>
                <a:cs typeface="+mn-cs"/>
              </a:rPr>
              <a:t> </a:t>
            </a:r>
            <a:r>
              <a:rPr kumimoji="0" lang="en-US" altLang="en-US" sz="1800" i="0" u="none" strike="noStrike" kern="1200" cap="none" spc="0" normalizeH="0" baseline="0" noProof="0" dirty="0">
                <a:ln>
                  <a:noFill/>
                </a:ln>
                <a:solidFill>
                  <a:prstClr val="white"/>
                </a:solidFill>
                <a:effectLst/>
                <a:uLnTx/>
                <a:uFillTx/>
                <a:latin typeface="+mj-lt"/>
                <a:ea typeface="+mn-ea"/>
                <a:cs typeface="+mn-cs"/>
              </a:rPr>
              <a:t>HotpotQA is a text-based, multi-hop question answering dataset where each example includes a question, answer, supporting facts, and context passages from Wikipedia, making it suitable for testing evidence selection in RAG. </a:t>
            </a:r>
          </a:p>
          <a:p>
            <a:pPr defTabSz="914400" eaLnBrk="0" fontAlgn="base" hangingPunct="0">
              <a:spcBef>
                <a:spcPct val="0"/>
              </a:spcBef>
              <a:buClrTx/>
              <a:buSzTx/>
              <a:defRPr/>
            </a:pPr>
            <a:r>
              <a:rPr kumimoji="0" lang="en-US" altLang="en-US" sz="1800" b="1" i="0" u="none" strike="noStrike" kern="1200" cap="none" spc="0" normalizeH="0" baseline="0" noProof="0" dirty="0">
                <a:ln>
                  <a:noFill/>
                </a:ln>
                <a:solidFill>
                  <a:prstClr val="white"/>
                </a:solidFill>
                <a:effectLst/>
                <a:uLnTx/>
                <a:uFillTx/>
                <a:latin typeface="+mj-lt"/>
                <a:ea typeface="+mn-ea"/>
                <a:cs typeface="+mn-cs"/>
              </a:rPr>
              <a:t>Type of data:</a:t>
            </a:r>
            <a:r>
              <a:rPr kumimoji="0" lang="en-US" altLang="en-US" sz="1800" b="0" i="0" u="none" strike="noStrike" kern="1200" cap="none" spc="0" normalizeH="0" baseline="0" noProof="0" dirty="0">
                <a:ln>
                  <a:noFill/>
                </a:ln>
                <a:solidFill>
                  <a:prstClr val="white"/>
                </a:solidFill>
                <a:effectLst/>
                <a:uLnTx/>
                <a:uFillTx/>
                <a:latin typeface="+mj-lt"/>
                <a:ea typeface="+mn-ea"/>
                <a:cs typeface="+mn-cs"/>
              </a:rPr>
              <a:t> </a:t>
            </a:r>
            <a:r>
              <a:rPr kumimoji="0" lang="en-US" altLang="en-US" sz="1800" i="0" u="none" strike="noStrike" kern="1200" cap="none" spc="0" normalizeH="0" baseline="0" noProof="0" dirty="0">
                <a:ln>
                  <a:noFill/>
                </a:ln>
                <a:solidFill>
                  <a:prstClr val="white"/>
                </a:solidFill>
                <a:effectLst/>
                <a:uLnTx/>
                <a:uFillTx/>
                <a:latin typeface="+mj-lt"/>
                <a:ea typeface="+mn-ea"/>
                <a:cs typeface="+mn-cs"/>
              </a:rPr>
              <a:t>The dataset is text data and is hosted on Hugging Face in Parquet format, with examples </a:t>
            </a:r>
            <a:r>
              <a:rPr kumimoji="0" lang="en-US" altLang="en-US" sz="1800" i="0" u="none" strike="noStrike" kern="1200" cap="none" spc="0" normalizeH="0" baseline="0" noProof="0" dirty="0" err="1">
                <a:ln>
                  <a:noFill/>
                </a:ln>
                <a:solidFill>
                  <a:prstClr val="white"/>
                </a:solidFill>
                <a:effectLst/>
                <a:uLnTx/>
                <a:uFillTx/>
                <a:latin typeface="+mj-lt"/>
                <a:ea typeface="+mn-ea"/>
                <a:cs typeface="+mn-cs"/>
              </a:rPr>
              <a:t>organised</a:t>
            </a:r>
            <a:r>
              <a:rPr kumimoji="0" lang="en-US" altLang="en-US" sz="1800" i="0" u="none" strike="noStrike" kern="1200" cap="none" spc="0" normalizeH="0" baseline="0" noProof="0" dirty="0">
                <a:ln>
                  <a:noFill/>
                </a:ln>
                <a:solidFill>
                  <a:prstClr val="white"/>
                </a:solidFill>
                <a:effectLst/>
                <a:uLnTx/>
                <a:uFillTx/>
                <a:latin typeface="+mj-lt"/>
                <a:ea typeface="+mn-ea"/>
                <a:cs typeface="+mn-cs"/>
              </a:rPr>
              <a:t> into subsets such as distractor and </a:t>
            </a:r>
            <a:r>
              <a:rPr kumimoji="0" lang="en-US" altLang="en-US" sz="1800" i="0" u="none" strike="noStrike" kern="1200" cap="none" spc="0" normalizeH="0" baseline="0" noProof="0" dirty="0" err="1">
                <a:ln>
                  <a:noFill/>
                </a:ln>
                <a:solidFill>
                  <a:prstClr val="white"/>
                </a:solidFill>
                <a:effectLst/>
                <a:uLnTx/>
                <a:uFillTx/>
                <a:latin typeface="+mj-lt"/>
                <a:ea typeface="+mn-ea"/>
                <a:cs typeface="+mn-cs"/>
              </a:rPr>
              <a:t>fullwiki</a:t>
            </a:r>
            <a:r>
              <a:rPr kumimoji="0" lang="en-US" altLang="en-US" sz="1800" i="0" u="none" strike="noStrike" kern="1200" cap="none" spc="0" normalizeH="0" baseline="0" noProof="0" dirty="0">
                <a:ln>
                  <a:noFill/>
                </a:ln>
                <a:solidFill>
                  <a:prstClr val="white"/>
                </a:solidFill>
                <a:effectLst/>
                <a:uLnTx/>
                <a:uFillTx/>
                <a:latin typeface="+mj-lt"/>
                <a:ea typeface="+mn-ea"/>
                <a:cs typeface="+mn-cs"/>
              </a:rPr>
              <a:t>. </a:t>
            </a:r>
          </a:p>
          <a:p>
            <a:pPr defTabSz="914400" eaLnBrk="0" fontAlgn="base" hangingPunct="0">
              <a:spcBef>
                <a:spcPct val="0"/>
              </a:spcBef>
              <a:buClrTx/>
              <a:buSzTx/>
              <a:defRPr/>
            </a:pPr>
            <a:r>
              <a:rPr kumimoji="0" lang="en-US" altLang="en-US" sz="1800" b="1" i="0" u="none" strike="noStrike" kern="1200" cap="none" spc="0" normalizeH="0" baseline="0" noProof="0" dirty="0">
                <a:ln>
                  <a:noFill/>
                </a:ln>
                <a:solidFill>
                  <a:prstClr val="white"/>
                </a:solidFill>
                <a:effectLst/>
                <a:uLnTx/>
                <a:uFillTx/>
                <a:latin typeface="+mj-lt"/>
                <a:ea typeface="+mn-ea"/>
                <a:cs typeface="+mn-cs"/>
              </a:rPr>
              <a:t>Size and link:</a:t>
            </a:r>
            <a:r>
              <a:rPr kumimoji="0" lang="en-US" altLang="en-US" sz="1800" b="0" i="0" u="none" strike="noStrike" kern="1200" cap="none" spc="0" normalizeH="0" baseline="0" noProof="0" dirty="0">
                <a:ln>
                  <a:noFill/>
                </a:ln>
                <a:solidFill>
                  <a:prstClr val="white"/>
                </a:solidFill>
                <a:effectLst/>
                <a:uLnTx/>
                <a:uFillTx/>
                <a:latin typeface="+mj-lt"/>
                <a:ea typeface="+mn-ea"/>
                <a:cs typeface="+mn-cs"/>
              </a:rPr>
              <a:t> </a:t>
            </a:r>
            <a:r>
              <a:rPr kumimoji="0" lang="en-US" altLang="en-US" sz="1800" i="0" u="none" strike="noStrike" kern="1200" cap="none" spc="0" normalizeH="0" baseline="0" noProof="0" dirty="0">
                <a:ln>
                  <a:noFill/>
                </a:ln>
                <a:solidFill>
                  <a:prstClr val="white"/>
                </a:solidFill>
                <a:effectLst/>
                <a:uLnTx/>
                <a:uFillTx/>
                <a:latin typeface="+mj-lt"/>
                <a:ea typeface="+mn-ea"/>
                <a:cs typeface="+mn-cs"/>
              </a:rPr>
              <a:t>The full dataset repository is about 747 MB in total; the distractor subset is about 359 MB and the </a:t>
            </a:r>
            <a:r>
              <a:rPr kumimoji="0" lang="en-US" altLang="en-US" sz="1800" i="0" u="none" strike="noStrike" kern="1200" cap="none" spc="0" normalizeH="0" baseline="0" noProof="0" dirty="0" err="1">
                <a:ln>
                  <a:noFill/>
                </a:ln>
                <a:solidFill>
                  <a:prstClr val="white"/>
                </a:solidFill>
                <a:effectLst/>
                <a:uLnTx/>
                <a:uFillTx/>
                <a:latin typeface="+mj-lt"/>
                <a:ea typeface="+mn-ea"/>
                <a:cs typeface="+mn-cs"/>
              </a:rPr>
              <a:t>fullwiki</a:t>
            </a:r>
            <a:r>
              <a:rPr kumimoji="0" lang="en-US" altLang="en-US" sz="1800" i="0" u="none" strike="noStrike" kern="1200" cap="none" spc="0" normalizeH="0" baseline="0" noProof="0" dirty="0">
                <a:ln>
                  <a:noFill/>
                </a:ln>
                <a:solidFill>
                  <a:prstClr val="white"/>
                </a:solidFill>
                <a:effectLst/>
                <a:uLnTx/>
                <a:uFillTx/>
                <a:latin typeface="+mj-lt"/>
                <a:ea typeface="+mn-ea"/>
                <a:cs typeface="+mn-cs"/>
              </a:rPr>
              <a:t> subset is about 387 MB. Dataset link: </a:t>
            </a:r>
            <a:r>
              <a:rPr kumimoji="0" lang="en-US" altLang="en-US" sz="1800" i="0" u="none" strike="noStrike" kern="1200" cap="none" spc="0" normalizeH="0" baseline="0" noProof="0" dirty="0">
                <a:ln>
                  <a:noFill/>
                </a:ln>
                <a:solidFill>
                  <a:prstClr val="white"/>
                </a:solidFill>
                <a:effectLst/>
                <a:uLnTx/>
                <a:uFillTx/>
                <a:latin typeface="+mj-lt"/>
                <a:ea typeface="+mn-ea"/>
                <a:cs typeface="+mn-cs"/>
                <a:hlinkClick r:id="rId2"/>
              </a:rPr>
              <a:t>HotpotQA</a:t>
            </a:r>
            <a:r>
              <a:rPr kumimoji="0" lang="en-US" altLang="en-US" sz="1800" i="0" u="none" strike="noStrike" kern="1200" cap="none" spc="0" normalizeH="0" baseline="0" noProof="0" dirty="0">
                <a:ln>
                  <a:noFill/>
                </a:ln>
                <a:solidFill>
                  <a:prstClr val="white"/>
                </a:solidFill>
                <a:effectLst/>
                <a:uLnTx/>
                <a:uFillTx/>
                <a:latin typeface="+mj-lt"/>
                <a:ea typeface="+mn-ea"/>
                <a:cs typeface="+mn-cs"/>
              </a:rPr>
              <a:t> on Hugging Face. </a:t>
            </a:r>
          </a:p>
        </p:txBody>
      </p:sp>
    </p:spTree>
    <p:extLst>
      <p:ext uri="{BB962C8B-B14F-4D97-AF65-F5344CB8AC3E}">
        <p14:creationId xmlns:p14="http://schemas.microsoft.com/office/powerpoint/2010/main" val="31077392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7BD7B-FB2F-FF88-6D71-A3101B482A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CD723E-064A-9333-45DF-591A31B0D663}"/>
              </a:ext>
            </a:extLst>
          </p:cNvPr>
          <p:cNvSpPr>
            <a:spLocks noGrp="1"/>
          </p:cNvSpPr>
          <p:nvPr>
            <p:ph type="title"/>
          </p:nvPr>
        </p:nvSpPr>
        <p:spPr/>
        <p:txBody>
          <a:bodyPr/>
          <a:lstStyle/>
          <a:p>
            <a:r>
              <a:rPr lang="en-US" b="1" dirty="0"/>
              <a:t>Ethical implications</a:t>
            </a:r>
          </a:p>
        </p:txBody>
      </p:sp>
      <p:sp>
        <p:nvSpPr>
          <p:cNvPr id="3" name="Content Placeholder 2">
            <a:extLst>
              <a:ext uri="{FF2B5EF4-FFF2-40B4-BE49-F238E27FC236}">
                <a16:creationId xmlns:a16="http://schemas.microsoft.com/office/drawing/2014/main" id="{BAB8AF3B-2C56-AD07-454D-FBDE7EE027C3}"/>
              </a:ext>
            </a:extLst>
          </p:cNvPr>
          <p:cNvSpPr>
            <a:spLocks noGrp="1"/>
          </p:cNvSpPr>
          <p:nvPr>
            <p:ph idx="1"/>
          </p:nvPr>
        </p:nvSpPr>
        <p:spPr/>
        <p:txBody>
          <a:bodyPr/>
          <a:lstStyle/>
          <a:p>
            <a:pPr defTabSz="914400" eaLnBrk="0" fontAlgn="base" hangingPunct="0">
              <a:spcBef>
                <a:spcPct val="0"/>
              </a:spcBef>
              <a:buClrTx/>
              <a:buSzTx/>
            </a:pPr>
            <a:r>
              <a:rPr lang="en-US" altLang="en-US" b="1" dirty="0">
                <a:latin typeface="+mj-lt"/>
              </a:rPr>
              <a:t>No personal data:</a:t>
            </a:r>
            <a:r>
              <a:rPr lang="en-US" altLang="en-US" dirty="0">
                <a:latin typeface="+mj-lt"/>
              </a:rPr>
              <a:t> HotpotQA contains text-based question-answer pairs and supporting Wikipedia passages, so the released dataset does not include direct personal or sensitive user data for this project. </a:t>
            </a:r>
          </a:p>
          <a:p>
            <a:pPr defTabSz="914400" eaLnBrk="0" fontAlgn="base" hangingPunct="0">
              <a:spcBef>
                <a:spcPct val="0"/>
              </a:spcBef>
              <a:buClrTx/>
              <a:buSzTx/>
            </a:pPr>
            <a:r>
              <a:rPr lang="en-US" altLang="en-US" b="1" dirty="0">
                <a:latin typeface="+mj-lt"/>
              </a:rPr>
              <a:t>Permission and anonymity:</a:t>
            </a:r>
            <a:r>
              <a:rPr lang="en-US" altLang="en-US" dirty="0">
                <a:latin typeface="+mj-lt"/>
              </a:rPr>
              <a:t> The dataset is distributed under CC BY-SA 4.0, meaning it can be used for research with proper attribution; the released records are based on public Wikipedia content and do not expose participant identities. </a:t>
            </a:r>
          </a:p>
          <a:p>
            <a:pPr defTabSz="914400" eaLnBrk="0" fontAlgn="base" hangingPunct="0">
              <a:spcBef>
                <a:spcPct val="0"/>
              </a:spcBef>
              <a:buClrTx/>
              <a:buSzTx/>
            </a:pPr>
            <a:r>
              <a:rPr lang="en-US" altLang="en-US" b="1" dirty="0">
                <a:latin typeface="+mj-lt"/>
              </a:rPr>
              <a:t>Secure handling:</a:t>
            </a:r>
            <a:r>
              <a:rPr lang="en-US" altLang="en-US" dirty="0">
                <a:latin typeface="+mj-lt"/>
              </a:rPr>
              <a:t> Even though the dataset is public and low-risk, project files should still be stored in secure, access-controlled storage and used only for the approved research purpose. </a:t>
            </a:r>
          </a:p>
        </p:txBody>
      </p:sp>
    </p:spTree>
    <p:extLst>
      <p:ext uri="{BB962C8B-B14F-4D97-AF65-F5344CB8AC3E}">
        <p14:creationId xmlns:p14="http://schemas.microsoft.com/office/powerpoint/2010/main" val="2960818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6A714-7587-BDCA-52E6-9683BAE01B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44DFB2-D297-BC0D-3A3F-1C416EB27448}"/>
              </a:ext>
            </a:extLst>
          </p:cNvPr>
          <p:cNvSpPr>
            <a:spLocks noGrp="1"/>
          </p:cNvSpPr>
          <p:nvPr>
            <p:ph type="title"/>
          </p:nvPr>
        </p:nvSpPr>
        <p:spPr/>
        <p:txBody>
          <a:bodyPr/>
          <a:lstStyle/>
          <a:p>
            <a:r>
              <a:rPr lang="en-US" b="1" dirty="0"/>
              <a:t>EDA</a:t>
            </a:r>
          </a:p>
        </p:txBody>
      </p:sp>
      <p:sp>
        <p:nvSpPr>
          <p:cNvPr id="3" name="Content Placeholder 2">
            <a:extLst>
              <a:ext uri="{FF2B5EF4-FFF2-40B4-BE49-F238E27FC236}">
                <a16:creationId xmlns:a16="http://schemas.microsoft.com/office/drawing/2014/main" id="{62AEE7D4-05CD-08EE-3AC6-1BE40CED36B9}"/>
              </a:ext>
            </a:extLst>
          </p:cNvPr>
          <p:cNvSpPr>
            <a:spLocks noGrp="1"/>
          </p:cNvSpPr>
          <p:nvPr>
            <p:ph idx="1"/>
          </p:nvPr>
        </p:nvSpPr>
        <p:spPr>
          <a:xfrm>
            <a:off x="685801" y="1869601"/>
            <a:ext cx="5410199" cy="3921600"/>
          </a:xfrm>
        </p:spPr>
        <p:txBody>
          <a:bodyPr>
            <a:normAutofit lnSpcReduction="10000"/>
          </a:bodyPr>
          <a:lstStyle/>
          <a:p>
            <a:pPr defTabSz="914400" eaLnBrk="0" fontAlgn="base" hangingPunct="0">
              <a:spcBef>
                <a:spcPct val="0"/>
              </a:spcBef>
              <a:buClrTx/>
              <a:buSzTx/>
            </a:pPr>
            <a:r>
              <a:rPr lang="en-US" altLang="en-US" b="1" dirty="0">
                <a:latin typeface="+mj-lt"/>
              </a:rPr>
              <a:t>Balanced structure:</a:t>
            </a:r>
            <a:r>
              <a:rPr lang="en-US" altLang="en-US" dirty="0">
                <a:latin typeface="+mj-lt"/>
              </a:rPr>
              <a:t> The distractor and </a:t>
            </a:r>
            <a:r>
              <a:rPr lang="en-US" altLang="en-US" dirty="0" err="1">
                <a:latin typeface="+mj-lt"/>
              </a:rPr>
              <a:t>fullwiki</a:t>
            </a:r>
            <a:r>
              <a:rPr lang="en-US" altLang="en-US" dirty="0">
                <a:latin typeface="+mj-lt"/>
              </a:rPr>
              <a:t> train splits look almost identical, with far more bridge than comparison questions and most answers being short span-based responses rather than yes/no. </a:t>
            </a:r>
          </a:p>
          <a:p>
            <a:pPr defTabSz="914400" eaLnBrk="0" fontAlgn="base" hangingPunct="0">
              <a:spcBef>
                <a:spcPct val="0"/>
              </a:spcBef>
              <a:buClrTx/>
              <a:buSzTx/>
            </a:pPr>
            <a:r>
              <a:rPr lang="en-US" altLang="en-US" b="1" dirty="0">
                <a:latin typeface="+mj-lt"/>
              </a:rPr>
              <a:t>Length patterns:</a:t>
            </a:r>
            <a:r>
              <a:rPr lang="en-US" altLang="en-US" dirty="0">
                <a:latin typeface="+mj-lt"/>
              </a:rPr>
              <a:t> Question lengths are mostly around 10 to 20 words with a right-skewed tail, while answers are usually very short at around 1 to 3 words, which suggests concise target outputs but potentially complex retrieval. </a:t>
            </a:r>
          </a:p>
          <a:p>
            <a:pPr defTabSz="914400" eaLnBrk="0" fontAlgn="base" hangingPunct="0">
              <a:spcBef>
                <a:spcPct val="0"/>
              </a:spcBef>
              <a:buClrTx/>
              <a:buSzTx/>
            </a:pPr>
            <a:r>
              <a:rPr lang="en-US" altLang="en-US" b="1" dirty="0">
                <a:latin typeface="+mj-lt"/>
              </a:rPr>
              <a:t>Evidence profile:</a:t>
            </a:r>
            <a:r>
              <a:rPr lang="en-US" altLang="en-US" dirty="0">
                <a:latin typeface="+mj-lt"/>
              </a:rPr>
              <a:t> Most examples contain around 2 to 3 supporting facts and about 10 context passages, confirming that HotpotQA is a genuine multi-hop retrieval task where selecting the right evidence is crucial. </a:t>
            </a:r>
          </a:p>
        </p:txBody>
      </p:sp>
      <p:pic>
        <p:nvPicPr>
          <p:cNvPr id="5" name="Picture 4">
            <a:extLst>
              <a:ext uri="{FF2B5EF4-FFF2-40B4-BE49-F238E27FC236}">
                <a16:creationId xmlns:a16="http://schemas.microsoft.com/office/drawing/2014/main" id="{14A83B47-F09F-8D3C-FF8E-7AB12022755A}"/>
              </a:ext>
            </a:extLst>
          </p:cNvPr>
          <p:cNvPicPr>
            <a:picLocks noChangeAspect="1"/>
          </p:cNvPicPr>
          <p:nvPr/>
        </p:nvPicPr>
        <p:blipFill>
          <a:blip r:embed="rId2"/>
          <a:srcRect b="68299"/>
          <a:stretch>
            <a:fillRect/>
          </a:stretch>
        </p:blipFill>
        <p:spPr>
          <a:xfrm>
            <a:off x="6348662" y="152583"/>
            <a:ext cx="5484928" cy="2174033"/>
          </a:xfrm>
          <a:prstGeom prst="rect">
            <a:avLst/>
          </a:prstGeom>
        </p:spPr>
      </p:pic>
      <p:pic>
        <p:nvPicPr>
          <p:cNvPr id="7" name="Picture 6">
            <a:extLst>
              <a:ext uri="{FF2B5EF4-FFF2-40B4-BE49-F238E27FC236}">
                <a16:creationId xmlns:a16="http://schemas.microsoft.com/office/drawing/2014/main" id="{8B63838D-317B-05D0-AEEB-5294970E30F3}"/>
              </a:ext>
            </a:extLst>
          </p:cNvPr>
          <p:cNvPicPr>
            <a:picLocks noChangeAspect="1"/>
          </p:cNvPicPr>
          <p:nvPr/>
        </p:nvPicPr>
        <p:blipFill>
          <a:blip r:embed="rId2"/>
          <a:srcRect t="35102" b="44762"/>
          <a:stretch>
            <a:fillRect/>
          </a:stretch>
        </p:blipFill>
        <p:spPr>
          <a:xfrm>
            <a:off x="6348662" y="2326616"/>
            <a:ext cx="5484928" cy="1380931"/>
          </a:xfrm>
          <a:prstGeom prst="rect">
            <a:avLst/>
          </a:prstGeom>
        </p:spPr>
      </p:pic>
      <p:pic>
        <p:nvPicPr>
          <p:cNvPr id="9" name="Picture 8">
            <a:extLst>
              <a:ext uri="{FF2B5EF4-FFF2-40B4-BE49-F238E27FC236}">
                <a16:creationId xmlns:a16="http://schemas.microsoft.com/office/drawing/2014/main" id="{697DFC00-720D-79CE-1E39-26937B8C053B}"/>
              </a:ext>
            </a:extLst>
          </p:cNvPr>
          <p:cNvPicPr>
            <a:picLocks noChangeAspect="1"/>
          </p:cNvPicPr>
          <p:nvPr/>
        </p:nvPicPr>
        <p:blipFill>
          <a:blip r:embed="rId2"/>
          <a:srcRect t="57959" b="22905"/>
          <a:stretch>
            <a:fillRect/>
          </a:stretch>
        </p:blipFill>
        <p:spPr>
          <a:xfrm>
            <a:off x="6348662" y="3707548"/>
            <a:ext cx="5484928" cy="1312322"/>
          </a:xfrm>
          <a:prstGeom prst="rect">
            <a:avLst/>
          </a:prstGeom>
        </p:spPr>
      </p:pic>
      <p:pic>
        <p:nvPicPr>
          <p:cNvPr id="10" name="Picture 9">
            <a:extLst>
              <a:ext uri="{FF2B5EF4-FFF2-40B4-BE49-F238E27FC236}">
                <a16:creationId xmlns:a16="http://schemas.microsoft.com/office/drawing/2014/main" id="{1AA44F2E-2793-0688-AC0E-F27D55A46095}"/>
              </a:ext>
            </a:extLst>
          </p:cNvPr>
          <p:cNvPicPr>
            <a:picLocks noChangeAspect="1"/>
          </p:cNvPicPr>
          <p:nvPr/>
        </p:nvPicPr>
        <p:blipFill>
          <a:blip r:embed="rId2"/>
          <a:srcRect t="79997"/>
          <a:stretch>
            <a:fillRect/>
          </a:stretch>
        </p:blipFill>
        <p:spPr>
          <a:xfrm>
            <a:off x="6348662" y="5019870"/>
            <a:ext cx="5484928" cy="1371784"/>
          </a:xfrm>
          <a:prstGeom prst="rect">
            <a:avLst/>
          </a:prstGeom>
        </p:spPr>
      </p:pic>
    </p:spTree>
    <p:extLst>
      <p:ext uri="{BB962C8B-B14F-4D97-AF65-F5344CB8AC3E}">
        <p14:creationId xmlns:p14="http://schemas.microsoft.com/office/powerpoint/2010/main" val="6623359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8A79C-5E6C-9A5F-9E49-95CD826D47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A418CB-C612-22C2-7BA6-93212C145612}"/>
              </a:ext>
            </a:extLst>
          </p:cNvPr>
          <p:cNvSpPr>
            <a:spLocks noGrp="1"/>
          </p:cNvSpPr>
          <p:nvPr>
            <p:ph type="title"/>
          </p:nvPr>
        </p:nvSpPr>
        <p:spPr/>
        <p:txBody>
          <a:bodyPr/>
          <a:lstStyle/>
          <a:p>
            <a:r>
              <a:rPr lang="en-US" b="1" dirty="0"/>
              <a:t>Pre-processing</a:t>
            </a:r>
          </a:p>
        </p:txBody>
      </p:sp>
      <p:sp>
        <p:nvSpPr>
          <p:cNvPr id="3" name="Content Placeholder 2">
            <a:extLst>
              <a:ext uri="{FF2B5EF4-FFF2-40B4-BE49-F238E27FC236}">
                <a16:creationId xmlns:a16="http://schemas.microsoft.com/office/drawing/2014/main" id="{00432046-B74E-9349-629D-FC0B9D3083A4}"/>
              </a:ext>
            </a:extLst>
          </p:cNvPr>
          <p:cNvSpPr>
            <a:spLocks noGrp="1"/>
          </p:cNvSpPr>
          <p:nvPr>
            <p:ph idx="1"/>
          </p:nvPr>
        </p:nvSpPr>
        <p:spPr>
          <a:xfrm>
            <a:off x="685801" y="1869601"/>
            <a:ext cx="5410199" cy="3921600"/>
          </a:xfrm>
        </p:spPr>
        <p:txBody>
          <a:bodyPr/>
          <a:lstStyle/>
          <a:p>
            <a:pPr defTabSz="914400" eaLnBrk="0" fontAlgn="base" hangingPunct="0">
              <a:spcBef>
                <a:spcPct val="0"/>
              </a:spcBef>
              <a:buClrTx/>
              <a:buSzTx/>
              <a:defRPr/>
            </a:pPr>
            <a:r>
              <a:rPr kumimoji="0" lang="en-US" altLang="en-US" sz="1800" b="1" i="0" u="none" strike="noStrike" kern="1200" cap="none" spc="0" normalizeH="0" baseline="0" noProof="0" dirty="0">
                <a:ln>
                  <a:noFill/>
                </a:ln>
                <a:solidFill>
                  <a:prstClr val="white"/>
                </a:solidFill>
                <a:effectLst/>
                <a:uLnTx/>
                <a:uFillTx/>
                <a:latin typeface="+mj-lt"/>
                <a:ea typeface="+mn-ea"/>
                <a:cs typeface="+mn-cs"/>
              </a:rPr>
              <a:t>Text cleaning:</a:t>
            </a:r>
            <a:r>
              <a:rPr kumimoji="0" lang="en-US" altLang="en-US" sz="1800" b="0" i="0" u="none" strike="noStrike" kern="1200" cap="none" spc="0" normalizeH="0" baseline="0" noProof="0" dirty="0">
                <a:ln>
                  <a:noFill/>
                </a:ln>
                <a:solidFill>
                  <a:prstClr val="white"/>
                </a:solidFill>
                <a:effectLst/>
                <a:uLnTx/>
                <a:uFillTx/>
                <a:latin typeface="+mj-lt"/>
                <a:ea typeface="+mn-ea"/>
                <a:cs typeface="+mn-cs"/>
              </a:rPr>
              <a:t> </a:t>
            </a:r>
            <a:r>
              <a:rPr kumimoji="0" lang="en-US" altLang="en-US" sz="1800" i="0" u="none" strike="noStrike" kern="1200" cap="none" spc="0" normalizeH="0" baseline="0" noProof="0" dirty="0">
                <a:ln>
                  <a:noFill/>
                </a:ln>
                <a:solidFill>
                  <a:prstClr val="white"/>
                </a:solidFill>
                <a:effectLst/>
                <a:uLnTx/>
                <a:uFillTx/>
                <a:latin typeface="+mj-lt"/>
                <a:ea typeface="+mn-ea"/>
                <a:cs typeface="+mn-cs"/>
              </a:rPr>
              <a:t>The preprocessing </a:t>
            </a:r>
            <a:r>
              <a:rPr kumimoji="0" lang="en-US" altLang="en-US" sz="1800" i="0" u="none" strike="noStrike" kern="1200" cap="none" spc="0" normalizeH="0" baseline="0" noProof="0" dirty="0" err="1">
                <a:ln>
                  <a:noFill/>
                </a:ln>
                <a:solidFill>
                  <a:prstClr val="white"/>
                </a:solidFill>
                <a:effectLst/>
                <a:uLnTx/>
                <a:uFillTx/>
                <a:latin typeface="+mj-lt"/>
                <a:ea typeface="+mn-ea"/>
                <a:cs typeface="+mn-cs"/>
              </a:rPr>
              <a:t>normalises</a:t>
            </a:r>
            <a:r>
              <a:rPr kumimoji="0" lang="en-US" altLang="en-US" sz="1800" i="0" u="none" strike="noStrike" kern="1200" cap="none" spc="0" normalizeH="0" baseline="0" noProof="0" dirty="0">
                <a:ln>
                  <a:noFill/>
                </a:ln>
                <a:solidFill>
                  <a:prstClr val="white"/>
                </a:solidFill>
                <a:effectLst/>
                <a:uLnTx/>
                <a:uFillTx/>
                <a:latin typeface="+mj-lt"/>
                <a:ea typeface="+mn-ea"/>
                <a:cs typeface="+mn-cs"/>
              </a:rPr>
              <a:t> whitespace in questions and context sentences so the input text is cleaner and more consistent for retrieval and modelling. </a:t>
            </a:r>
          </a:p>
          <a:p>
            <a:pPr defTabSz="914400" eaLnBrk="0" fontAlgn="base" hangingPunct="0">
              <a:spcBef>
                <a:spcPct val="0"/>
              </a:spcBef>
              <a:buClrTx/>
              <a:buSzTx/>
              <a:defRPr/>
            </a:pPr>
            <a:r>
              <a:rPr kumimoji="0" lang="en-US" altLang="en-US" sz="1800" b="1" i="0" u="none" strike="noStrike" kern="1200" cap="none" spc="0" normalizeH="0" baseline="0" noProof="0" dirty="0">
                <a:ln>
                  <a:noFill/>
                </a:ln>
                <a:solidFill>
                  <a:prstClr val="white"/>
                </a:solidFill>
                <a:effectLst/>
                <a:uLnTx/>
                <a:uFillTx/>
                <a:latin typeface="+mj-lt"/>
                <a:ea typeface="+mn-ea"/>
                <a:cs typeface="+mn-cs"/>
              </a:rPr>
              <a:t>Context restructuring:</a:t>
            </a:r>
            <a:r>
              <a:rPr kumimoji="0" lang="en-US" altLang="en-US" sz="1800" b="0" i="0" u="none" strike="noStrike" kern="1200" cap="none" spc="0" normalizeH="0" baseline="0" noProof="0" dirty="0">
                <a:ln>
                  <a:noFill/>
                </a:ln>
                <a:solidFill>
                  <a:prstClr val="white"/>
                </a:solidFill>
                <a:effectLst/>
                <a:uLnTx/>
                <a:uFillTx/>
                <a:latin typeface="+mj-lt"/>
                <a:ea typeface="+mn-ea"/>
                <a:cs typeface="+mn-cs"/>
              </a:rPr>
              <a:t> </a:t>
            </a:r>
            <a:r>
              <a:rPr kumimoji="0" lang="en-US" altLang="en-US" sz="1800" i="0" u="none" strike="noStrike" kern="1200" cap="none" spc="0" normalizeH="0" baseline="0" noProof="0" dirty="0">
                <a:ln>
                  <a:noFill/>
                </a:ln>
                <a:solidFill>
                  <a:prstClr val="white"/>
                </a:solidFill>
                <a:effectLst/>
                <a:uLnTx/>
                <a:uFillTx/>
                <a:latin typeface="+mj-lt"/>
                <a:ea typeface="+mn-ea"/>
                <a:cs typeface="+mn-cs"/>
              </a:rPr>
              <a:t>It converts the original nested Wikipedia context into two flat views: one at the passage level for retrieval and one at the sentence level for supporting-fact analysis. </a:t>
            </a:r>
          </a:p>
          <a:p>
            <a:pPr defTabSz="914400" eaLnBrk="0" fontAlgn="base" hangingPunct="0">
              <a:spcBef>
                <a:spcPct val="0"/>
              </a:spcBef>
              <a:buClrTx/>
              <a:buSzTx/>
              <a:defRPr/>
            </a:pPr>
            <a:r>
              <a:rPr kumimoji="0" lang="en-US" altLang="en-US" sz="1800" b="1" i="0" u="none" strike="noStrike" kern="1200" cap="none" spc="0" normalizeH="0" baseline="0" noProof="0" dirty="0">
                <a:ln>
                  <a:noFill/>
                </a:ln>
                <a:solidFill>
                  <a:prstClr val="white"/>
                </a:solidFill>
                <a:effectLst/>
                <a:uLnTx/>
                <a:uFillTx/>
                <a:latin typeface="+mj-lt"/>
                <a:ea typeface="+mn-ea"/>
                <a:cs typeface="+mn-cs"/>
              </a:rPr>
              <a:t>Experiment setup:</a:t>
            </a:r>
            <a:r>
              <a:rPr kumimoji="0" lang="en-US" altLang="en-US" sz="1800" b="0" i="0" u="none" strike="noStrike" kern="1200" cap="none" spc="0" normalizeH="0" baseline="0" noProof="0" dirty="0">
                <a:ln>
                  <a:noFill/>
                </a:ln>
                <a:solidFill>
                  <a:prstClr val="white"/>
                </a:solidFill>
                <a:effectLst/>
                <a:uLnTx/>
                <a:uFillTx/>
                <a:latin typeface="+mj-lt"/>
                <a:ea typeface="+mn-ea"/>
                <a:cs typeface="+mn-cs"/>
              </a:rPr>
              <a:t> </a:t>
            </a:r>
            <a:r>
              <a:rPr kumimoji="0" lang="en-US" altLang="en-US" sz="1800" i="0" u="none" strike="noStrike" kern="1200" cap="none" spc="0" normalizeH="0" baseline="0" noProof="0" dirty="0">
                <a:ln>
                  <a:noFill/>
                </a:ln>
                <a:solidFill>
                  <a:prstClr val="white"/>
                </a:solidFill>
                <a:effectLst/>
                <a:uLnTx/>
                <a:uFillTx/>
                <a:latin typeface="+mj-lt"/>
                <a:ea typeface="+mn-ea"/>
                <a:cs typeface="+mn-cs"/>
              </a:rPr>
              <a:t>The processed train and validation splits from the HotpotQA distractor set are prepared with added fields like </a:t>
            </a:r>
            <a:r>
              <a:rPr kumimoji="0" lang="en-US" altLang="en-US" i="0" u="none" strike="noStrike" kern="1200" cap="none" spc="0" normalizeH="0" baseline="0" noProof="0" dirty="0" err="1">
                <a:ln>
                  <a:noFill/>
                </a:ln>
                <a:solidFill>
                  <a:prstClr val="white"/>
                </a:solidFill>
                <a:effectLst/>
                <a:uLnTx/>
                <a:uFillTx/>
                <a:latin typeface="+mj-lt"/>
                <a:ea typeface="+mn-ea"/>
                <a:cs typeface="+mn-cs"/>
              </a:rPr>
              <a:t>question_norm</a:t>
            </a:r>
            <a:r>
              <a:rPr kumimoji="0" lang="en-US" altLang="en-US" i="0" u="none" strike="noStrike" kern="1200" cap="none" spc="0" normalizeH="0" baseline="0" noProof="0" dirty="0">
                <a:ln>
                  <a:noFill/>
                </a:ln>
                <a:solidFill>
                  <a:prstClr val="white"/>
                </a:solidFill>
                <a:effectLst/>
                <a:uLnTx/>
                <a:uFillTx/>
                <a:latin typeface="+mj-lt"/>
                <a:ea typeface="+mn-ea"/>
                <a:cs typeface="+mn-cs"/>
              </a:rPr>
              <a:t>, </a:t>
            </a:r>
            <a:r>
              <a:rPr kumimoji="0" lang="en-US" altLang="en-US" i="0" u="none" strike="noStrike" kern="1200" cap="none" spc="0" normalizeH="0" baseline="0" noProof="0" dirty="0" err="1">
                <a:ln>
                  <a:noFill/>
                </a:ln>
                <a:solidFill>
                  <a:prstClr val="white"/>
                </a:solidFill>
                <a:effectLst/>
                <a:uLnTx/>
                <a:uFillTx/>
                <a:latin typeface="+mj-lt"/>
                <a:ea typeface="+mn-ea"/>
                <a:cs typeface="+mn-cs"/>
              </a:rPr>
              <a:t>context_flat</a:t>
            </a:r>
            <a:r>
              <a:rPr kumimoji="0" lang="en-US" altLang="en-US" i="0" u="none" strike="noStrike" kern="1200" cap="none" spc="0" normalizeH="0" baseline="0" noProof="0" dirty="0">
                <a:ln>
                  <a:noFill/>
                </a:ln>
                <a:solidFill>
                  <a:prstClr val="white"/>
                </a:solidFill>
                <a:effectLst/>
                <a:uLnTx/>
                <a:uFillTx/>
                <a:latin typeface="+mj-lt"/>
                <a:ea typeface="+mn-ea"/>
                <a:cs typeface="+mn-cs"/>
              </a:rPr>
              <a:t>, and </a:t>
            </a:r>
            <a:r>
              <a:rPr kumimoji="0" lang="en-US" altLang="en-US" i="0" u="none" strike="noStrike" kern="1200" cap="none" spc="0" normalizeH="0" baseline="0" noProof="0" dirty="0" err="1">
                <a:ln>
                  <a:noFill/>
                </a:ln>
                <a:solidFill>
                  <a:prstClr val="white"/>
                </a:solidFill>
                <a:effectLst/>
                <a:uLnTx/>
                <a:uFillTx/>
                <a:latin typeface="+mj-lt"/>
                <a:ea typeface="+mn-ea"/>
                <a:cs typeface="+mn-cs"/>
              </a:rPr>
              <a:t>sentences_flat</a:t>
            </a:r>
            <a:r>
              <a:rPr kumimoji="0" lang="en-US" altLang="en-US" i="0" u="none" strike="noStrike" kern="1200" cap="none" spc="0" normalizeH="0" baseline="0" noProof="0" dirty="0">
                <a:ln>
                  <a:noFill/>
                </a:ln>
                <a:solidFill>
                  <a:prstClr val="white"/>
                </a:solidFill>
                <a:effectLst/>
                <a:uLnTx/>
                <a:uFillTx/>
                <a:latin typeface="+mj-lt"/>
                <a:ea typeface="+mn-ea"/>
                <a:cs typeface="+mn-cs"/>
              </a:rPr>
              <a:t> for downstream experiments</a:t>
            </a:r>
            <a:r>
              <a:rPr kumimoji="0" lang="en-US" altLang="en-US" sz="1000" i="0" u="none" strike="noStrike" kern="1200" cap="none" spc="0" normalizeH="0" baseline="0" noProof="0" dirty="0">
                <a:ln>
                  <a:noFill/>
                </a:ln>
                <a:solidFill>
                  <a:prstClr val="white"/>
                </a:solidFill>
                <a:effectLst/>
                <a:uLnTx/>
                <a:uFillTx/>
                <a:latin typeface="+mj-lt"/>
                <a:ea typeface="+mn-ea"/>
                <a:cs typeface="+mn-cs"/>
              </a:rPr>
              <a:t>. </a:t>
            </a:r>
          </a:p>
        </p:txBody>
      </p:sp>
      <p:pic>
        <p:nvPicPr>
          <p:cNvPr id="6" name="Picture 5">
            <a:extLst>
              <a:ext uri="{FF2B5EF4-FFF2-40B4-BE49-F238E27FC236}">
                <a16:creationId xmlns:a16="http://schemas.microsoft.com/office/drawing/2014/main" id="{8B383102-77E3-F47C-7039-D99989B90F11}"/>
              </a:ext>
            </a:extLst>
          </p:cNvPr>
          <p:cNvPicPr>
            <a:picLocks noChangeAspect="1"/>
          </p:cNvPicPr>
          <p:nvPr/>
        </p:nvPicPr>
        <p:blipFill>
          <a:blip r:embed="rId2"/>
          <a:stretch>
            <a:fillRect/>
          </a:stretch>
        </p:blipFill>
        <p:spPr>
          <a:xfrm>
            <a:off x="6096000" y="680622"/>
            <a:ext cx="5936496" cy="5496756"/>
          </a:xfrm>
          <a:prstGeom prst="rect">
            <a:avLst/>
          </a:prstGeom>
        </p:spPr>
      </p:pic>
    </p:spTree>
    <p:extLst>
      <p:ext uri="{BB962C8B-B14F-4D97-AF65-F5344CB8AC3E}">
        <p14:creationId xmlns:p14="http://schemas.microsoft.com/office/powerpoint/2010/main" val="3152161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D607F-8F2E-EBD0-1B1D-2A48409BC1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FCD3E7-2948-71C2-F56B-A12BB19346F7}"/>
              </a:ext>
            </a:extLst>
          </p:cNvPr>
          <p:cNvSpPr>
            <a:spLocks noGrp="1"/>
          </p:cNvSpPr>
          <p:nvPr>
            <p:ph type="title"/>
          </p:nvPr>
        </p:nvSpPr>
        <p:spPr/>
        <p:txBody>
          <a:bodyPr/>
          <a:lstStyle/>
          <a:p>
            <a:r>
              <a:rPr lang="en-US" b="1" dirty="0"/>
              <a:t>Model used</a:t>
            </a:r>
          </a:p>
        </p:txBody>
      </p:sp>
      <p:sp>
        <p:nvSpPr>
          <p:cNvPr id="3" name="Content Placeholder 2">
            <a:extLst>
              <a:ext uri="{FF2B5EF4-FFF2-40B4-BE49-F238E27FC236}">
                <a16:creationId xmlns:a16="http://schemas.microsoft.com/office/drawing/2014/main" id="{B61A7850-D1EC-F415-4BC5-27EFDA95F397}"/>
              </a:ext>
            </a:extLst>
          </p:cNvPr>
          <p:cNvSpPr>
            <a:spLocks noGrp="1"/>
          </p:cNvSpPr>
          <p:nvPr>
            <p:ph idx="1"/>
          </p:nvPr>
        </p:nvSpPr>
        <p:spPr>
          <a:xfrm>
            <a:off x="685800" y="1869601"/>
            <a:ext cx="5410199" cy="3921600"/>
          </a:xfrm>
        </p:spPr>
        <p:txBody>
          <a:bodyPr>
            <a:normAutofit fontScale="92500" lnSpcReduction="10000"/>
          </a:bodyPr>
          <a:lstStyle/>
          <a:p>
            <a:pPr defTabSz="914400" eaLnBrk="0" fontAlgn="base" hangingPunct="0">
              <a:spcBef>
                <a:spcPct val="0"/>
              </a:spcBef>
              <a:buClrTx/>
              <a:buSzTx/>
            </a:pPr>
            <a:r>
              <a:rPr lang="en-US" altLang="en-US" b="1" dirty="0">
                <a:latin typeface="+mj-lt"/>
              </a:rPr>
              <a:t>TF-IDF + Logistic Regression / Linear SVM:</a:t>
            </a:r>
            <a:r>
              <a:rPr lang="en-US" altLang="en-US" dirty="0">
                <a:latin typeface="+mj-lt"/>
              </a:rPr>
              <a:t> A strong baseline where each question-sentence pair is converted into TF-IDF n-gram features, then a classifier predicts whether the sentence is a supporting fact or a distractor. </a:t>
            </a:r>
          </a:p>
          <a:p>
            <a:pPr defTabSz="914400" eaLnBrk="0" fontAlgn="base" hangingPunct="0">
              <a:spcBef>
                <a:spcPct val="0"/>
              </a:spcBef>
              <a:buClrTx/>
              <a:buSzTx/>
            </a:pPr>
            <a:r>
              <a:rPr lang="en-US" altLang="en-US" b="1" dirty="0">
                <a:latin typeface="+mj-lt"/>
              </a:rPr>
              <a:t>Bi-LSTM Evidence Scorer:</a:t>
            </a:r>
            <a:r>
              <a:rPr lang="en-US" altLang="en-US" dirty="0">
                <a:latin typeface="+mj-lt"/>
              </a:rPr>
              <a:t> A sequential deep learning model that turns tokens into embeddings, reads them with a bidirectional LSTM, pools the hidden states, and outputs a binary relevance score for evidence selection. </a:t>
            </a:r>
          </a:p>
          <a:p>
            <a:pPr defTabSz="914400" eaLnBrk="0" fontAlgn="base" hangingPunct="0">
              <a:spcBef>
                <a:spcPct val="0"/>
              </a:spcBef>
              <a:buClrTx/>
              <a:buSzTx/>
            </a:pPr>
            <a:r>
              <a:rPr lang="en-US" altLang="en-US" b="1" dirty="0" err="1">
                <a:latin typeface="+mj-lt"/>
              </a:rPr>
              <a:t>DistilBERT</a:t>
            </a:r>
            <a:r>
              <a:rPr lang="en-US" altLang="en-US" b="1" dirty="0">
                <a:latin typeface="+mj-lt"/>
              </a:rPr>
              <a:t> + </a:t>
            </a:r>
            <a:r>
              <a:rPr lang="en-US" altLang="en-US" b="1" dirty="0" err="1">
                <a:latin typeface="+mj-lt"/>
              </a:rPr>
              <a:t>LoRA</a:t>
            </a:r>
            <a:r>
              <a:rPr lang="en-US" altLang="en-US" b="1" dirty="0">
                <a:latin typeface="+mj-lt"/>
              </a:rPr>
              <a:t> (main model):</a:t>
            </a:r>
            <a:r>
              <a:rPr lang="en-US" altLang="en-US" dirty="0">
                <a:latin typeface="+mj-lt"/>
              </a:rPr>
              <a:t> The final model uses </a:t>
            </a:r>
            <a:r>
              <a:rPr lang="en-US" altLang="en-US" dirty="0" err="1">
                <a:latin typeface="+mj-lt"/>
              </a:rPr>
              <a:t>DistilBERT</a:t>
            </a:r>
            <a:r>
              <a:rPr lang="en-US" altLang="en-US" dirty="0">
                <a:latin typeface="+mj-lt"/>
              </a:rPr>
              <a:t> with </a:t>
            </a:r>
            <a:r>
              <a:rPr lang="en-US" altLang="en-US" dirty="0" err="1">
                <a:latin typeface="+mj-lt"/>
              </a:rPr>
              <a:t>LoRA</a:t>
            </a:r>
            <a:r>
              <a:rPr lang="en-US" altLang="en-US" dirty="0">
                <a:latin typeface="+mj-lt"/>
              </a:rPr>
              <a:t> fine-tuning, so only small adapter weights are trained, giving a more efficient way to capture contextual meaning and improve supporting-fact prediction. </a:t>
            </a:r>
          </a:p>
        </p:txBody>
      </p:sp>
      <p:pic>
        <p:nvPicPr>
          <p:cNvPr id="5" name="Picture 4">
            <a:extLst>
              <a:ext uri="{FF2B5EF4-FFF2-40B4-BE49-F238E27FC236}">
                <a16:creationId xmlns:a16="http://schemas.microsoft.com/office/drawing/2014/main" id="{6C5A0322-A228-258F-E003-B62E0B23C1C7}"/>
              </a:ext>
            </a:extLst>
          </p:cNvPr>
          <p:cNvPicPr>
            <a:picLocks noChangeAspect="1"/>
          </p:cNvPicPr>
          <p:nvPr/>
        </p:nvPicPr>
        <p:blipFill>
          <a:blip r:embed="rId2"/>
          <a:stretch>
            <a:fillRect/>
          </a:stretch>
        </p:blipFill>
        <p:spPr>
          <a:xfrm>
            <a:off x="6419461" y="254242"/>
            <a:ext cx="3426181" cy="2288879"/>
          </a:xfrm>
          <a:prstGeom prst="rect">
            <a:avLst/>
          </a:prstGeom>
        </p:spPr>
      </p:pic>
      <p:pic>
        <p:nvPicPr>
          <p:cNvPr id="6" name="Picture 5">
            <a:extLst>
              <a:ext uri="{FF2B5EF4-FFF2-40B4-BE49-F238E27FC236}">
                <a16:creationId xmlns:a16="http://schemas.microsoft.com/office/drawing/2014/main" id="{CB29926B-1E2B-6D53-8677-E88183EA23F7}"/>
              </a:ext>
            </a:extLst>
          </p:cNvPr>
          <p:cNvPicPr>
            <a:picLocks noChangeAspect="1"/>
          </p:cNvPicPr>
          <p:nvPr/>
        </p:nvPicPr>
        <p:blipFill>
          <a:blip r:embed="rId3"/>
          <a:stretch>
            <a:fillRect/>
          </a:stretch>
        </p:blipFill>
        <p:spPr>
          <a:xfrm>
            <a:off x="6419461" y="2608861"/>
            <a:ext cx="3426181" cy="2423741"/>
          </a:xfrm>
          <a:prstGeom prst="rect">
            <a:avLst/>
          </a:prstGeom>
        </p:spPr>
      </p:pic>
      <p:pic>
        <p:nvPicPr>
          <p:cNvPr id="7" name="Picture 6">
            <a:extLst>
              <a:ext uri="{FF2B5EF4-FFF2-40B4-BE49-F238E27FC236}">
                <a16:creationId xmlns:a16="http://schemas.microsoft.com/office/drawing/2014/main" id="{48858A79-2C5E-C1CD-3F29-F8CD0690204C}"/>
              </a:ext>
            </a:extLst>
          </p:cNvPr>
          <p:cNvPicPr>
            <a:picLocks noChangeAspect="1"/>
          </p:cNvPicPr>
          <p:nvPr/>
        </p:nvPicPr>
        <p:blipFill>
          <a:blip r:embed="rId4"/>
          <a:stretch>
            <a:fillRect/>
          </a:stretch>
        </p:blipFill>
        <p:spPr>
          <a:xfrm>
            <a:off x="6419461" y="5098342"/>
            <a:ext cx="3113314" cy="1689431"/>
          </a:xfrm>
          <a:prstGeom prst="rect">
            <a:avLst/>
          </a:prstGeom>
        </p:spPr>
      </p:pic>
      <p:pic>
        <p:nvPicPr>
          <p:cNvPr id="8" name="Picture 7">
            <a:extLst>
              <a:ext uri="{FF2B5EF4-FFF2-40B4-BE49-F238E27FC236}">
                <a16:creationId xmlns:a16="http://schemas.microsoft.com/office/drawing/2014/main" id="{605CCAAA-8C6D-4788-5126-188660B48E10}"/>
              </a:ext>
            </a:extLst>
          </p:cNvPr>
          <p:cNvPicPr>
            <a:picLocks noChangeAspect="1"/>
          </p:cNvPicPr>
          <p:nvPr/>
        </p:nvPicPr>
        <p:blipFill>
          <a:blip r:embed="rId5"/>
          <a:stretch>
            <a:fillRect/>
          </a:stretch>
        </p:blipFill>
        <p:spPr>
          <a:xfrm rot="5400000">
            <a:off x="8642003" y="2419455"/>
            <a:ext cx="4780575" cy="2019090"/>
          </a:xfrm>
          <a:prstGeom prst="rect">
            <a:avLst/>
          </a:prstGeom>
        </p:spPr>
      </p:pic>
    </p:spTree>
    <p:extLst>
      <p:ext uri="{BB962C8B-B14F-4D97-AF65-F5344CB8AC3E}">
        <p14:creationId xmlns:p14="http://schemas.microsoft.com/office/powerpoint/2010/main" val="3729902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C6C08-BF0C-E9C9-2DFB-6ED2E83940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B85F80-EA18-441F-DB21-AEFDB02C492D}"/>
              </a:ext>
            </a:extLst>
          </p:cNvPr>
          <p:cNvSpPr>
            <a:spLocks noGrp="1"/>
          </p:cNvSpPr>
          <p:nvPr>
            <p:ph type="title"/>
          </p:nvPr>
        </p:nvSpPr>
        <p:spPr/>
        <p:txBody>
          <a:bodyPr/>
          <a:lstStyle/>
          <a:p>
            <a:r>
              <a:rPr lang="en-US" b="1" dirty="0"/>
              <a:t>Model results</a:t>
            </a:r>
          </a:p>
        </p:txBody>
      </p:sp>
      <p:sp>
        <p:nvSpPr>
          <p:cNvPr id="3" name="Content Placeholder 2">
            <a:extLst>
              <a:ext uri="{FF2B5EF4-FFF2-40B4-BE49-F238E27FC236}">
                <a16:creationId xmlns:a16="http://schemas.microsoft.com/office/drawing/2014/main" id="{C011C841-1BCD-8F5E-2D49-7206029A9454}"/>
              </a:ext>
            </a:extLst>
          </p:cNvPr>
          <p:cNvSpPr>
            <a:spLocks noGrp="1"/>
          </p:cNvSpPr>
          <p:nvPr>
            <p:ph idx="1"/>
          </p:nvPr>
        </p:nvSpPr>
        <p:spPr>
          <a:xfrm>
            <a:off x="685801" y="1869601"/>
            <a:ext cx="5410199" cy="3921600"/>
          </a:xfrm>
        </p:spPr>
        <p:txBody>
          <a:bodyPr>
            <a:normAutofit fontScale="85000" lnSpcReduction="10000"/>
          </a:bodyPr>
          <a:lstStyle/>
          <a:p>
            <a:pPr defTabSz="914400" eaLnBrk="0" fontAlgn="base" hangingPunct="0">
              <a:spcBef>
                <a:spcPct val="0"/>
              </a:spcBef>
              <a:buClrTx/>
              <a:buSzTx/>
              <a:defRPr/>
            </a:pPr>
            <a:r>
              <a:rPr kumimoji="0" lang="en-US" alt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Baseline performance:</a:t>
            </a:r>
            <a:r>
              <a:rPr kumimoji="0" lang="en-US" alt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a:t>
            </a:r>
            <a:r>
              <a:rPr kumimoji="0" lang="en-US" altLang="en-US" sz="180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Logistic Regression reached 84% accuracy and Linear SVM 88% accuracy, but supporting-fact detection stayed weak with only 0.23 and 0.22 F1, showing that overall accuracy is inflated by the large number of distractor sentences. </a:t>
            </a:r>
          </a:p>
          <a:p>
            <a:pPr defTabSz="914400" eaLnBrk="0" fontAlgn="base" hangingPunct="0">
              <a:spcBef>
                <a:spcPct val="0"/>
              </a:spcBef>
              <a:buClrTx/>
              <a:buSzTx/>
              <a:defRPr/>
            </a:pPr>
            <a:r>
              <a:rPr kumimoji="0" lang="en-US" alt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Confusion matrix insight:</a:t>
            </a:r>
            <a:r>
              <a:rPr kumimoji="0" lang="en-US" alt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a:t>
            </a:r>
            <a:r>
              <a:rPr kumimoji="0" lang="en-US" altLang="en-US" sz="180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Both ML models classify distractors well but struggle on the supporting class, with very low precision (0.16 to 0.17) and modest recall (0.29 to 0.41), meaning many true evidence sentences are still missed or confused with non-evidence. </a:t>
            </a:r>
          </a:p>
          <a:p>
            <a:pPr defTabSz="914400" eaLnBrk="0" fontAlgn="base" hangingPunct="0">
              <a:spcBef>
                <a:spcPct val="0"/>
              </a:spcBef>
              <a:buClrTx/>
              <a:buSzTx/>
              <a:defRPr/>
            </a:pPr>
            <a:r>
              <a:rPr kumimoji="0" lang="en-US" alt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Best model and epochs:</a:t>
            </a:r>
            <a:r>
              <a:rPr kumimoji="0" lang="en-US" alt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a:t>
            </a:r>
            <a:r>
              <a:rPr kumimoji="0" lang="en-US" altLang="en-US" sz="180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After 3 training epochs, </a:t>
            </a:r>
            <a:r>
              <a:rPr kumimoji="0" lang="en-US" altLang="en-US" sz="1800" i="0" u="none" strike="noStrike" kern="1200" cap="none" spc="0" normalizeH="0" baseline="0" noProof="0" dirty="0" err="1">
                <a:ln>
                  <a:noFill/>
                </a:ln>
                <a:solidFill>
                  <a:prstClr val="white"/>
                </a:solidFill>
                <a:effectLst/>
                <a:uLnTx/>
                <a:uFillTx/>
                <a:latin typeface="Arial" panose="020B0604020202020204" pitchFamily="34" charset="0"/>
                <a:ea typeface="+mn-ea"/>
                <a:cs typeface="+mn-cs"/>
              </a:rPr>
              <a:t>LoRA-DistilBERT</a:t>
            </a:r>
            <a:r>
              <a:rPr kumimoji="0" lang="en-US" altLang="en-US" sz="180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gave the strongest retrieval performance with </a:t>
            </a:r>
            <a:r>
              <a:rPr kumimoji="0" lang="en-US" altLang="en-US" sz="1800" i="0" u="none" strike="noStrike" kern="1200" cap="none" spc="0" normalizeH="0" baseline="0" noProof="0" dirty="0" err="1">
                <a:ln>
                  <a:noFill/>
                </a:ln>
                <a:solidFill>
                  <a:prstClr val="white"/>
                </a:solidFill>
                <a:effectLst/>
                <a:uLnTx/>
                <a:uFillTx/>
                <a:latin typeface="Arial" panose="020B0604020202020204" pitchFamily="34" charset="0"/>
                <a:ea typeface="+mn-ea"/>
                <a:cs typeface="+mn-cs"/>
              </a:rPr>
              <a:t>sf_precision</a:t>
            </a:r>
            <a:r>
              <a:rPr kumimoji="0" lang="en-US" altLang="en-US" sz="180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0.545, </a:t>
            </a:r>
            <a:r>
              <a:rPr kumimoji="0" lang="en-US" altLang="en-US" sz="1800" i="0" u="none" strike="noStrike" kern="1200" cap="none" spc="0" normalizeH="0" baseline="0" noProof="0" dirty="0" err="1">
                <a:ln>
                  <a:noFill/>
                </a:ln>
                <a:solidFill>
                  <a:prstClr val="white"/>
                </a:solidFill>
                <a:effectLst/>
                <a:uLnTx/>
                <a:uFillTx/>
                <a:latin typeface="Arial" panose="020B0604020202020204" pitchFamily="34" charset="0"/>
                <a:ea typeface="+mn-ea"/>
                <a:cs typeface="+mn-cs"/>
              </a:rPr>
              <a:t>sf_recall</a:t>
            </a:r>
            <a:r>
              <a:rPr kumimoji="0" lang="en-US" altLang="en-US" sz="180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0.523, and sf_f1 0.485, clearly outperforming the ML baseline, although answer F1 remained low, so evidence selection improved more than final answer generation. </a:t>
            </a:r>
          </a:p>
        </p:txBody>
      </p:sp>
      <p:pic>
        <p:nvPicPr>
          <p:cNvPr id="6" name="Picture 5">
            <a:extLst>
              <a:ext uri="{FF2B5EF4-FFF2-40B4-BE49-F238E27FC236}">
                <a16:creationId xmlns:a16="http://schemas.microsoft.com/office/drawing/2014/main" id="{33810B0E-7DCA-F5DD-6E09-8E2C365C3330}"/>
              </a:ext>
            </a:extLst>
          </p:cNvPr>
          <p:cNvPicPr>
            <a:picLocks noChangeAspect="1"/>
          </p:cNvPicPr>
          <p:nvPr/>
        </p:nvPicPr>
        <p:blipFill>
          <a:blip r:embed="rId2"/>
          <a:stretch>
            <a:fillRect/>
          </a:stretch>
        </p:blipFill>
        <p:spPr>
          <a:xfrm>
            <a:off x="188945" y="5889599"/>
            <a:ext cx="5896798" cy="819264"/>
          </a:xfrm>
          <a:prstGeom prst="rect">
            <a:avLst/>
          </a:prstGeom>
        </p:spPr>
      </p:pic>
      <p:pic>
        <p:nvPicPr>
          <p:cNvPr id="8" name="Picture 7">
            <a:extLst>
              <a:ext uri="{FF2B5EF4-FFF2-40B4-BE49-F238E27FC236}">
                <a16:creationId xmlns:a16="http://schemas.microsoft.com/office/drawing/2014/main" id="{C6D78FBD-BBAC-6674-358A-DCF1C53BC46B}"/>
              </a:ext>
            </a:extLst>
          </p:cNvPr>
          <p:cNvPicPr>
            <a:picLocks noChangeAspect="1"/>
          </p:cNvPicPr>
          <p:nvPr/>
        </p:nvPicPr>
        <p:blipFill>
          <a:blip r:embed="rId3"/>
          <a:stretch>
            <a:fillRect/>
          </a:stretch>
        </p:blipFill>
        <p:spPr>
          <a:xfrm>
            <a:off x="6096001" y="98330"/>
            <a:ext cx="2964024" cy="3276235"/>
          </a:xfrm>
          <a:prstGeom prst="rect">
            <a:avLst/>
          </a:prstGeom>
        </p:spPr>
      </p:pic>
      <p:pic>
        <p:nvPicPr>
          <p:cNvPr id="10" name="Picture 9">
            <a:extLst>
              <a:ext uri="{FF2B5EF4-FFF2-40B4-BE49-F238E27FC236}">
                <a16:creationId xmlns:a16="http://schemas.microsoft.com/office/drawing/2014/main" id="{CA848713-1074-391B-0FC9-64AC4BCC9E8C}"/>
              </a:ext>
            </a:extLst>
          </p:cNvPr>
          <p:cNvPicPr>
            <a:picLocks noChangeAspect="1"/>
          </p:cNvPicPr>
          <p:nvPr/>
        </p:nvPicPr>
        <p:blipFill>
          <a:blip r:embed="rId4"/>
          <a:stretch>
            <a:fillRect/>
          </a:stretch>
        </p:blipFill>
        <p:spPr>
          <a:xfrm>
            <a:off x="6106258" y="3429000"/>
            <a:ext cx="2964024" cy="3279863"/>
          </a:xfrm>
          <a:prstGeom prst="rect">
            <a:avLst/>
          </a:prstGeom>
        </p:spPr>
      </p:pic>
      <p:pic>
        <p:nvPicPr>
          <p:cNvPr id="12" name="Picture 11">
            <a:extLst>
              <a:ext uri="{FF2B5EF4-FFF2-40B4-BE49-F238E27FC236}">
                <a16:creationId xmlns:a16="http://schemas.microsoft.com/office/drawing/2014/main" id="{F26A37A8-5F25-8729-CD8A-D5C301A11F63}"/>
              </a:ext>
            </a:extLst>
          </p:cNvPr>
          <p:cNvPicPr>
            <a:picLocks noChangeAspect="1"/>
          </p:cNvPicPr>
          <p:nvPr/>
        </p:nvPicPr>
        <p:blipFill>
          <a:blip r:embed="rId5"/>
          <a:stretch>
            <a:fillRect/>
          </a:stretch>
        </p:blipFill>
        <p:spPr>
          <a:xfrm>
            <a:off x="9133606" y="3429000"/>
            <a:ext cx="3058394" cy="2658577"/>
          </a:xfrm>
          <a:prstGeom prst="rect">
            <a:avLst/>
          </a:prstGeom>
        </p:spPr>
      </p:pic>
    </p:spTree>
    <p:extLst>
      <p:ext uri="{BB962C8B-B14F-4D97-AF65-F5344CB8AC3E}">
        <p14:creationId xmlns:p14="http://schemas.microsoft.com/office/powerpoint/2010/main" val="3665662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EDE99-FC41-4BD2-9EDC-EBA82D28ED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606C6B-D8B9-2C93-C0C7-D9C1F8368AD8}"/>
              </a:ext>
            </a:extLst>
          </p:cNvPr>
          <p:cNvSpPr>
            <a:spLocks noGrp="1"/>
          </p:cNvSpPr>
          <p:nvPr>
            <p:ph type="title"/>
          </p:nvPr>
        </p:nvSpPr>
        <p:spPr/>
        <p:txBody>
          <a:bodyPr/>
          <a:lstStyle/>
          <a:p>
            <a:r>
              <a:rPr lang="en-US" b="1" dirty="0"/>
              <a:t>Hyperparameter tuning</a:t>
            </a:r>
          </a:p>
        </p:txBody>
      </p:sp>
      <p:sp>
        <p:nvSpPr>
          <p:cNvPr id="3" name="Content Placeholder 2">
            <a:extLst>
              <a:ext uri="{FF2B5EF4-FFF2-40B4-BE49-F238E27FC236}">
                <a16:creationId xmlns:a16="http://schemas.microsoft.com/office/drawing/2014/main" id="{AF15A547-7CF6-3FD4-6072-7051310A9985}"/>
              </a:ext>
            </a:extLst>
          </p:cNvPr>
          <p:cNvSpPr>
            <a:spLocks noGrp="1"/>
          </p:cNvSpPr>
          <p:nvPr>
            <p:ph idx="1"/>
          </p:nvPr>
        </p:nvSpPr>
        <p:spPr>
          <a:xfrm>
            <a:off x="685801" y="1869601"/>
            <a:ext cx="5410199" cy="3921600"/>
          </a:xfrm>
        </p:spPr>
        <p:txBody>
          <a:bodyPr>
            <a:normAutofit fontScale="92500" lnSpcReduction="10000"/>
          </a:bodyPr>
          <a:lstStyle/>
          <a:p>
            <a:pPr defTabSz="914400" eaLnBrk="0" fontAlgn="base" hangingPunct="0">
              <a:spcBef>
                <a:spcPct val="0"/>
              </a:spcBef>
              <a:buClrTx/>
              <a:buSzTx/>
              <a:defRPr/>
            </a:pPr>
            <a:r>
              <a:rPr kumimoji="0" lang="en-US" altLang="en-US" sz="1800" b="1" i="0" u="none" strike="noStrike" kern="1200" cap="none" spc="0" normalizeH="0" baseline="0" noProof="0" dirty="0" err="1">
                <a:ln>
                  <a:noFill/>
                </a:ln>
                <a:solidFill>
                  <a:prstClr val="white"/>
                </a:solidFill>
                <a:effectLst/>
                <a:uLnTx/>
                <a:uFillTx/>
                <a:latin typeface="Arial" panose="020B0604020202020204" pitchFamily="34" charset="0"/>
                <a:ea typeface="+mn-ea"/>
                <a:cs typeface="+mn-cs"/>
              </a:rPr>
              <a:t>LoRA</a:t>
            </a:r>
            <a:r>
              <a:rPr kumimoji="0" lang="en-US" alt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setup:</a:t>
            </a:r>
            <a:r>
              <a:rPr kumimoji="0" lang="en-US" alt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a:t>
            </a:r>
            <a:r>
              <a:rPr kumimoji="0" lang="en-US" altLang="en-US" sz="180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Hyperparameter tuning focused on </a:t>
            </a:r>
            <a:r>
              <a:rPr kumimoji="0" lang="en-US" altLang="en-US" sz="1800" i="0" u="none" strike="noStrike" kern="1200" cap="none" spc="0" normalizeH="0" baseline="0" noProof="0" dirty="0" err="1">
                <a:ln>
                  <a:noFill/>
                </a:ln>
                <a:solidFill>
                  <a:prstClr val="white"/>
                </a:solidFill>
                <a:effectLst/>
                <a:uLnTx/>
                <a:uFillTx/>
                <a:latin typeface="Arial" panose="020B0604020202020204" pitchFamily="34" charset="0"/>
                <a:ea typeface="+mn-ea"/>
                <a:cs typeface="+mn-cs"/>
              </a:rPr>
              <a:t>LoRA</a:t>
            </a:r>
            <a:r>
              <a:rPr kumimoji="0" lang="en-US" altLang="en-US" sz="180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adapters with r = 16, alpha = 32, and dropout = 0.1, applied to the transformer attention layers (q, k, v) so the model could adapt efficiently without full fine-tuning. </a:t>
            </a:r>
          </a:p>
          <a:p>
            <a:pPr defTabSz="914400" eaLnBrk="0" fontAlgn="base" hangingPunct="0">
              <a:spcBef>
                <a:spcPct val="0"/>
              </a:spcBef>
              <a:buClrTx/>
              <a:buSzTx/>
              <a:defRPr/>
            </a:pPr>
            <a:r>
              <a:rPr kumimoji="0" lang="en-US" alt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Training settings:</a:t>
            </a:r>
            <a:r>
              <a:rPr kumimoji="0" lang="en-US" alt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a:t>
            </a:r>
            <a:r>
              <a:rPr kumimoji="0" lang="en-US" altLang="en-US" sz="180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The model was trained for 3 epochs with learning rate = 1e-4, max sequence length = 256, batch sizes = 32/64, and warmup ratio = 0.1 to balance stability, speed, and memory use. </a:t>
            </a:r>
          </a:p>
          <a:p>
            <a:pPr defTabSz="914400" eaLnBrk="0" fontAlgn="base" hangingPunct="0">
              <a:spcBef>
                <a:spcPct val="0"/>
              </a:spcBef>
              <a:buClrTx/>
              <a:buSzTx/>
              <a:defRPr/>
            </a:pPr>
            <a:r>
              <a:rPr kumimoji="0" lang="en-US" alt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Model selection:</a:t>
            </a:r>
            <a:r>
              <a:rPr kumimoji="0" lang="en-US" alt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a:t>
            </a:r>
            <a:r>
              <a:rPr kumimoji="0" lang="en-US" altLang="en-US" sz="180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The best checkpoint was chosen using supporting-fact F1 on the validation set, and class-weighted loss was used during tuning to handle the strong imbalance between supporting facts and distractor sentences. </a:t>
            </a:r>
          </a:p>
        </p:txBody>
      </p:sp>
      <p:pic>
        <p:nvPicPr>
          <p:cNvPr id="6" name="Picture 5">
            <a:extLst>
              <a:ext uri="{FF2B5EF4-FFF2-40B4-BE49-F238E27FC236}">
                <a16:creationId xmlns:a16="http://schemas.microsoft.com/office/drawing/2014/main" id="{B55F3361-A1AA-F3F2-BC73-9330BE6E3A29}"/>
              </a:ext>
            </a:extLst>
          </p:cNvPr>
          <p:cNvPicPr>
            <a:picLocks noChangeAspect="1"/>
          </p:cNvPicPr>
          <p:nvPr/>
        </p:nvPicPr>
        <p:blipFill>
          <a:blip r:embed="rId2"/>
          <a:stretch>
            <a:fillRect/>
          </a:stretch>
        </p:blipFill>
        <p:spPr>
          <a:xfrm>
            <a:off x="6526136" y="382555"/>
            <a:ext cx="3756199" cy="4101769"/>
          </a:xfrm>
          <a:prstGeom prst="rect">
            <a:avLst/>
          </a:prstGeom>
        </p:spPr>
      </p:pic>
      <p:pic>
        <p:nvPicPr>
          <p:cNvPr id="8" name="Picture 7">
            <a:extLst>
              <a:ext uri="{FF2B5EF4-FFF2-40B4-BE49-F238E27FC236}">
                <a16:creationId xmlns:a16="http://schemas.microsoft.com/office/drawing/2014/main" id="{D80D278F-D1C8-4836-8622-76F29004A3E1}"/>
              </a:ext>
            </a:extLst>
          </p:cNvPr>
          <p:cNvPicPr>
            <a:picLocks noChangeAspect="1"/>
          </p:cNvPicPr>
          <p:nvPr/>
        </p:nvPicPr>
        <p:blipFill>
          <a:blip r:embed="rId3"/>
          <a:stretch>
            <a:fillRect/>
          </a:stretch>
        </p:blipFill>
        <p:spPr>
          <a:xfrm>
            <a:off x="6526136" y="4544973"/>
            <a:ext cx="4677428" cy="1267002"/>
          </a:xfrm>
          <a:prstGeom prst="rect">
            <a:avLst/>
          </a:prstGeom>
        </p:spPr>
      </p:pic>
    </p:spTree>
    <p:extLst>
      <p:ext uri="{BB962C8B-B14F-4D97-AF65-F5344CB8AC3E}">
        <p14:creationId xmlns:p14="http://schemas.microsoft.com/office/powerpoint/2010/main" val="15202990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2BB7C-180D-B911-6BE8-F1115A9197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931977-C5CF-CC27-3C29-FD3F531AF0EF}"/>
              </a:ext>
            </a:extLst>
          </p:cNvPr>
          <p:cNvSpPr>
            <a:spLocks noGrp="1"/>
          </p:cNvSpPr>
          <p:nvPr>
            <p:ph type="title"/>
          </p:nvPr>
        </p:nvSpPr>
        <p:spPr/>
        <p:txBody>
          <a:bodyPr/>
          <a:lstStyle/>
          <a:p>
            <a:r>
              <a:rPr lang="en-US" b="1" dirty="0"/>
              <a:t>analysis</a:t>
            </a:r>
          </a:p>
        </p:txBody>
      </p:sp>
      <p:sp>
        <p:nvSpPr>
          <p:cNvPr id="3" name="Content Placeholder 2">
            <a:extLst>
              <a:ext uri="{FF2B5EF4-FFF2-40B4-BE49-F238E27FC236}">
                <a16:creationId xmlns:a16="http://schemas.microsoft.com/office/drawing/2014/main" id="{054FDF37-8B43-38A9-90AC-A508C67074DE}"/>
              </a:ext>
            </a:extLst>
          </p:cNvPr>
          <p:cNvSpPr>
            <a:spLocks noGrp="1"/>
          </p:cNvSpPr>
          <p:nvPr>
            <p:ph idx="1"/>
          </p:nvPr>
        </p:nvSpPr>
        <p:spPr>
          <a:xfrm>
            <a:off x="685801" y="1869601"/>
            <a:ext cx="5668346" cy="3921600"/>
          </a:xfrm>
        </p:spPr>
        <p:txBody>
          <a:bodyPr>
            <a:normAutofit fontScale="92500" lnSpcReduction="10000"/>
          </a:bodyPr>
          <a:lstStyle/>
          <a:p>
            <a:pPr defTabSz="914400" eaLnBrk="0" fontAlgn="base" hangingPunct="0">
              <a:spcBef>
                <a:spcPct val="0"/>
              </a:spcBef>
              <a:buClrTx/>
              <a:buSzTx/>
              <a:defRPr/>
            </a:pPr>
            <a:r>
              <a:rPr kumimoji="0" lang="en-US" altLang="en-US" sz="1800" i="0" u="none" strike="noStrike" kern="1200" cap="none" spc="0" normalizeH="0" baseline="0" noProof="0" dirty="0">
                <a:ln>
                  <a:noFill/>
                </a:ln>
                <a:solidFill>
                  <a:prstClr val="white"/>
                </a:solidFill>
                <a:effectLst/>
                <a:uLnTx/>
                <a:uFillTx/>
                <a:latin typeface="+mj-lt"/>
                <a:ea typeface="+mn-ea"/>
                <a:cs typeface="+mn-cs"/>
              </a:rPr>
              <a:t>The results are promising but not fully satisfactory because evidence selection improved to around 0.48 SF-F1, but final answer performance is still very low, so the system retrieves better than it answers. </a:t>
            </a:r>
          </a:p>
          <a:p>
            <a:pPr defTabSz="914400" eaLnBrk="0" fontAlgn="base" hangingPunct="0">
              <a:spcBef>
                <a:spcPct val="0"/>
              </a:spcBef>
              <a:buClrTx/>
              <a:buSzTx/>
              <a:defRPr/>
            </a:pPr>
            <a:r>
              <a:rPr kumimoji="0" lang="en-US" altLang="en-US" sz="1800" i="0" u="none" strike="noStrike" kern="1200" cap="none" spc="0" normalizeH="0" baseline="0" noProof="0" dirty="0">
                <a:ln>
                  <a:noFill/>
                </a:ln>
                <a:solidFill>
                  <a:prstClr val="white"/>
                </a:solidFill>
                <a:effectLst/>
                <a:uLnTx/>
                <a:uFillTx/>
                <a:latin typeface="+mj-lt"/>
                <a:ea typeface="+mn-ea"/>
                <a:cs typeface="+mn-cs"/>
              </a:rPr>
              <a:t>For this project, 50% is acceptable as an early baseline for multi-hop retrieval, but it is not strong enough for a reliable QA system; a more useful target would be closer to 80% for evidence quality, especially if the goal is robust end-to-end RAG. </a:t>
            </a:r>
          </a:p>
          <a:p>
            <a:pPr defTabSz="914400" eaLnBrk="0" fontAlgn="base" hangingPunct="0">
              <a:spcBef>
                <a:spcPct val="0"/>
              </a:spcBef>
              <a:buClrTx/>
              <a:buSzTx/>
              <a:defRPr/>
            </a:pPr>
            <a:r>
              <a:rPr kumimoji="0" lang="en-US" altLang="en-US" sz="1800" i="0" u="none" strike="noStrike" kern="1200" cap="none" spc="0" normalizeH="0" baseline="0" noProof="0" dirty="0">
                <a:ln>
                  <a:noFill/>
                </a:ln>
                <a:solidFill>
                  <a:prstClr val="white"/>
                </a:solidFill>
                <a:effectLst/>
                <a:uLnTx/>
                <a:uFillTx/>
                <a:latin typeface="+mj-lt"/>
                <a:ea typeface="+mn-ea"/>
                <a:cs typeface="+mn-cs"/>
              </a:rPr>
              <a:t>The main next steps are to fix hop-2 bridge failures, improve sentence-level reranking, and strengthen the answer generation stage, since the analysis shows many errors come from selecting the wrong sentence or failing after retrieving the right evidence. </a:t>
            </a:r>
          </a:p>
        </p:txBody>
      </p:sp>
      <p:pic>
        <p:nvPicPr>
          <p:cNvPr id="7" name="Picture 6">
            <a:extLst>
              <a:ext uri="{FF2B5EF4-FFF2-40B4-BE49-F238E27FC236}">
                <a16:creationId xmlns:a16="http://schemas.microsoft.com/office/drawing/2014/main" id="{097934E0-C23D-C2E3-3FF7-E1E39E4A15F5}"/>
              </a:ext>
            </a:extLst>
          </p:cNvPr>
          <p:cNvPicPr>
            <a:picLocks noChangeAspect="1"/>
          </p:cNvPicPr>
          <p:nvPr/>
        </p:nvPicPr>
        <p:blipFill>
          <a:blip r:embed="rId2"/>
          <a:srcRect l="62594" b="18666"/>
          <a:stretch>
            <a:fillRect/>
          </a:stretch>
        </p:blipFill>
        <p:spPr>
          <a:xfrm>
            <a:off x="6354147" y="69754"/>
            <a:ext cx="3433665" cy="2529232"/>
          </a:xfrm>
          <a:prstGeom prst="rect">
            <a:avLst/>
          </a:prstGeom>
        </p:spPr>
      </p:pic>
      <p:pic>
        <p:nvPicPr>
          <p:cNvPr id="8" name="Picture 7">
            <a:extLst>
              <a:ext uri="{FF2B5EF4-FFF2-40B4-BE49-F238E27FC236}">
                <a16:creationId xmlns:a16="http://schemas.microsoft.com/office/drawing/2014/main" id="{99AC3D9A-B914-6F1E-7B28-0546CA97E259}"/>
              </a:ext>
            </a:extLst>
          </p:cNvPr>
          <p:cNvPicPr>
            <a:picLocks noChangeAspect="1"/>
          </p:cNvPicPr>
          <p:nvPr/>
        </p:nvPicPr>
        <p:blipFill>
          <a:blip r:embed="rId2"/>
          <a:srcRect l="32798" r="38120" b="5865"/>
          <a:stretch>
            <a:fillRect/>
          </a:stretch>
        </p:blipFill>
        <p:spPr>
          <a:xfrm>
            <a:off x="9199984" y="2662291"/>
            <a:ext cx="2811452" cy="3082911"/>
          </a:xfrm>
          <a:prstGeom prst="rect">
            <a:avLst/>
          </a:prstGeom>
        </p:spPr>
      </p:pic>
      <p:pic>
        <p:nvPicPr>
          <p:cNvPr id="9" name="Picture 8">
            <a:extLst>
              <a:ext uri="{FF2B5EF4-FFF2-40B4-BE49-F238E27FC236}">
                <a16:creationId xmlns:a16="http://schemas.microsoft.com/office/drawing/2014/main" id="{617A6124-05F2-9004-A2C3-7F41537D37BD}"/>
              </a:ext>
            </a:extLst>
          </p:cNvPr>
          <p:cNvPicPr>
            <a:picLocks noChangeAspect="1"/>
          </p:cNvPicPr>
          <p:nvPr/>
        </p:nvPicPr>
        <p:blipFill>
          <a:blip r:embed="rId2"/>
          <a:srcRect r="69446"/>
          <a:stretch>
            <a:fillRect/>
          </a:stretch>
        </p:blipFill>
        <p:spPr>
          <a:xfrm>
            <a:off x="6354148" y="2662291"/>
            <a:ext cx="2780522" cy="3082911"/>
          </a:xfrm>
          <a:prstGeom prst="rect">
            <a:avLst/>
          </a:prstGeom>
        </p:spPr>
      </p:pic>
    </p:spTree>
    <p:extLst>
      <p:ext uri="{BB962C8B-B14F-4D97-AF65-F5344CB8AC3E}">
        <p14:creationId xmlns:p14="http://schemas.microsoft.com/office/powerpoint/2010/main" val="18971168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1D706-2050-37D7-76C5-E307E0B776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4ABB96-CB08-B440-AE7F-8032764E6B6C}"/>
              </a:ext>
            </a:extLst>
          </p:cNvPr>
          <p:cNvSpPr>
            <a:spLocks noGrp="1"/>
          </p:cNvSpPr>
          <p:nvPr>
            <p:ph type="title"/>
          </p:nvPr>
        </p:nvSpPr>
        <p:spPr/>
        <p:txBody>
          <a:bodyPr/>
          <a:lstStyle/>
          <a:p>
            <a:r>
              <a:rPr lang="en-US" b="1" dirty="0"/>
              <a:t>Summary and conclusions</a:t>
            </a:r>
          </a:p>
        </p:txBody>
      </p:sp>
      <p:sp>
        <p:nvSpPr>
          <p:cNvPr id="3" name="Content Placeholder 2">
            <a:extLst>
              <a:ext uri="{FF2B5EF4-FFF2-40B4-BE49-F238E27FC236}">
                <a16:creationId xmlns:a16="http://schemas.microsoft.com/office/drawing/2014/main" id="{D738CD29-873F-6436-B938-5174B19ABEFA}"/>
              </a:ext>
            </a:extLst>
          </p:cNvPr>
          <p:cNvSpPr>
            <a:spLocks noGrp="1"/>
          </p:cNvSpPr>
          <p:nvPr>
            <p:ph idx="1"/>
          </p:nvPr>
        </p:nvSpPr>
        <p:spPr/>
        <p:txBody>
          <a:bodyPr/>
          <a:lstStyle/>
          <a:p>
            <a:pPr defTabSz="914400" eaLnBrk="0" fontAlgn="base" hangingPunct="0">
              <a:spcBef>
                <a:spcPct val="0"/>
              </a:spcBef>
              <a:buClrTx/>
              <a:buSzTx/>
              <a:defRPr/>
            </a:pPr>
            <a:r>
              <a:rPr kumimoji="0" lang="en-US" altLang="en-US" sz="1800" i="0" u="none" strike="noStrike" kern="1200" cap="none" spc="0" normalizeH="0" baseline="0" noProof="0" dirty="0">
                <a:ln>
                  <a:noFill/>
                </a:ln>
                <a:solidFill>
                  <a:prstClr val="white"/>
                </a:solidFill>
                <a:effectLst/>
                <a:uLnTx/>
                <a:uFillTx/>
                <a:latin typeface="+mj-lt"/>
                <a:ea typeface="+mn-ea"/>
                <a:cs typeface="+mn-cs"/>
              </a:rPr>
              <a:t>Applied a multi-hop RAG / </a:t>
            </a:r>
            <a:r>
              <a:rPr kumimoji="0" lang="en-US" altLang="en-US" sz="1800" i="0" u="none" strike="noStrike" kern="1200" cap="none" spc="0" normalizeH="0" baseline="0" noProof="0" dirty="0" err="1">
                <a:ln>
                  <a:noFill/>
                </a:ln>
                <a:solidFill>
                  <a:prstClr val="white"/>
                </a:solidFill>
                <a:effectLst/>
                <a:uLnTx/>
                <a:uFillTx/>
                <a:latin typeface="+mj-lt"/>
                <a:ea typeface="+mn-ea"/>
                <a:cs typeface="+mn-cs"/>
              </a:rPr>
              <a:t>LoRA</a:t>
            </a:r>
            <a:r>
              <a:rPr kumimoji="0" lang="en-US" altLang="en-US" sz="1800" i="0" u="none" strike="noStrike" kern="1200" cap="none" spc="0" normalizeH="0" baseline="0" noProof="0" dirty="0">
                <a:ln>
                  <a:noFill/>
                </a:ln>
                <a:solidFill>
                  <a:prstClr val="white"/>
                </a:solidFill>
                <a:effectLst/>
                <a:uLnTx/>
                <a:uFillTx/>
                <a:latin typeface="+mj-lt"/>
                <a:ea typeface="+mn-ea"/>
                <a:cs typeface="+mn-cs"/>
              </a:rPr>
              <a:t>-enhanced evidence selection model to HotpotQA to predict supporting facts from question-context pairs and improve downstream answer generation. </a:t>
            </a:r>
          </a:p>
          <a:p>
            <a:pPr defTabSz="914400" eaLnBrk="0" fontAlgn="base" hangingPunct="0">
              <a:spcBef>
                <a:spcPct val="0"/>
              </a:spcBef>
              <a:buClrTx/>
              <a:buSzTx/>
              <a:defRPr/>
            </a:pPr>
            <a:r>
              <a:rPr kumimoji="0" lang="en-US" altLang="en-US" sz="1800" b="0" i="0" u="none" strike="noStrike" kern="1200" cap="none" spc="0" normalizeH="0" baseline="0" noProof="0" dirty="0">
                <a:ln>
                  <a:noFill/>
                </a:ln>
                <a:solidFill>
                  <a:prstClr val="white"/>
                </a:solidFill>
                <a:effectLst/>
                <a:uLnTx/>
                <a:uFillTx/>
                <a:latin typeface="+mj-lt"/>
                <a:ea typeface="+mn-ea"/>
                <a:cs typeface="+mn-cs"/>
              </a:rPr>
              <a:t>The </a:t>
            </a:r>
            <a:r>
              <a:rPr kumimoji="0" lang="en-US" altLang="en-US" sz="1800" i="0" u="none" strike="noStrike" kern="1200" cap="none" spc="0" normalizeH="0" baseline="0" noProof="0" dirty="0">
                <a:ln>
                  <a:noFill/>
                </a:ln>
                <a:solidFill>
                  <a:prstClr val="white"/>
                </a:solidFill>
                <a:effectLst/>
                <a:uLnTx/>
                <a:uFillTx/>
                <a:latin typeface="+mj-lt"/>
                <a:ea typeface="+mn-ea"/>
                <a:cs typeface="+mn-cs"/>
              </a:rPr>
              <a:t>system achieved about 48% supporting-fact F1 on the best setup, while the ML baseline reached 88% accuracy but much lower evidence quality, showing that F1 is the more meaningful metric for this task. </a:t>
            </a:r>
          </a:p>
          <a:p>
            <a:pPr defTabSz="914400" eaLnBrk="0" fontAlgn="base" hangingPunct="0">
              <a:spcBef>
                <a:spcPct val="0"/>
              </a:spcBef>
              <a:buClrTx/>
              <a:buSzTx/>
              <a:defRPr/>
            </a:pPr>
            <a:r>
              <a:rPr kumimoji="0" lang="en-US" altLang="en-US" sz="1800" i="0" u="none" strike="noStrike" kern="1200" cap="none" spc="0" normalizeH="0" baseline="0" noProof="0" dirty="0">
                <a:ln>
                  <a:noFill/>
                </a:ln>
                <a:solidFill>
                  <a:prstClr val="white"/>
                </a:solidFill>
                <a:effectLst/>
                <a:uLnTx/>
                <a:uFillTx/>
                <a:latin typeface="+mj-lt"/>
                <a:ea typeface="+mn-ea"/>
                <a:cs typeface="+mn-cs"/>
              </a:rPr>
              <a:t>With hyperparameter tuning, the best result came from the tuned RAG-Hybrid / </a:t>
            </a:r>
            <a:r>
              <a:rPr kumimoji="0" lang="en-US" altLang="en-US" sz="1800" i="0" u="none" strike="noStrike" kern="1200" cap="none" spc="0" normalizeH="0" baseline="0" noProof="0" dirty="0" err="1">
                <a:ln>
                  <a:noFill/>
                </a:ln>
                <a:solidFill>
                  <a:prstClr val="white"/>
                </a:solidFill>
                <a:effectLst/>
                <a:uLnTx/>
                <a:uFillTx/>
                <a:latin typeface="+mj-lt"/>
                <a:ea typeface="+mn-ea"/>
                <a:cs typeface="+mn-cs"/>
              </a:rPr>
              <a:t>LoRA</a:t>
            </a:r>
            <a:r>
              <a:rPr kumimoji="0" lang="en-US" altLang="en-US" sz="1800" i="0" u="none" strike="noStrike" kern="1200" cap="none" spc="0" normalizeH="0" baseline="0" noProof="0" dirty="0">
                <a:ln>
                  <a:noFill/>
                </a:ln>
                <a:solidFill>
                  <a:prstClr val="white"/>
                </a:solidFill>
                <a:effectLst/>
                <a:uLnTx/>
                <a:uFillTx/>
                <a:latin typeface="+mj-lt"/>
                <a:ea typeface="+mn-ea"/>
                <a:cs typeface="+mn-cs"/>
              </a:rPr>
              <a:t>-based setup; next steps are to improve hop-2 retrieval, sentence reranking, and answer generation to raise end-to-end QA performance. </a:t>
            </a:r>
          </a:p>
        </p:txBody>
      </p:sp>
    </p:spTree>
    <p:extLst>
      <p:ext uri="{BB962C8B-B14F-4D97-AF65-F5344CB8AC3E}">
        <p14:creationId xmlns:p14="http://schemas.microsoft.com/office/powerpoint/2010/main" val="1675305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hlinkClick r:id="rId2"/>
            <a:extLst>
              <a:ext uri="{FF2B5EF4-FFF2-40B4-BE49-F238E27FC236}">
                <a16:creationId xmlns:a16="http://schemas.microsoft.com/office/drawing/2014/main" id="{5FC6C278-4035-446A-A94B-030E792FDDF5}"/>
              </a:ext>
            </a:extLst>
          </p:cNvPr>
          <p:cNvSpPr txBox="1"/>
          <p:nvPr/>
        </p:nvSpPr>
        <p:spPr>
          <a:xfrm>
            <a:off x="1547813" y="2459504"/>
            <a:ext cx="9096374" cy="1938992"/>
          </a:xfrm>
          <a:prstGeom prst="rect">
            <a:avLst/>
          </a:prstGeom>
          <a:noFill/>
        </p:spPr>
        <p:txBody>
          <a:bodyPr wrap="square" rtlCol="0">
            <a:noAutofit/>
          </a:bodyPr>
          <a:lstStyle/>
          <a:p>
            <a:pPr algn="ctr"/>
            <a:r>
              <a:rPr lang="en-US" sz="6000" u="sng" dirty="0"/>
              <a:t>THANK YOU!</a:t>
            </a:r>
          </a:p>
        </p:txBody>
      </p:sp>
    </p:spTree>
    <p:extLst>
      <p:ext uri="{BB962C8B-B14F-4D97-AF65-F5344CB8AC3E}">
        <p14:creationId xmlns:p14="http://schemas.microsoft.com/office/powerpoint/2010/main" val="239459820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Default">
      <a:majorFont>
        <a:latin typeface="Corbel"/>
        <a:ea typeface=""/>
        <a:cs typeface=""/>
      </a:majorFont>
      <a:minorFont>
        <a:latin typeface="Corbel"/>
        <a:ea typeface=""/>
        <a:cs typeface=""/>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spDef>
      <a:spPr>
        <a:ln>
          <a:noFill/>
        </a:ln>
      </a:spPr>
      <a:bodyPr rtlCol="0" anchor="ctr"/>
      <a:lstStyle>
        <a:defPPr algn="ctr">
          <a:defRPr/>
        </a:defPPr>
      </a:lstStyle>
      <a:style>
        <a:lnRef idx="2">
          <a:schemeClr val="accent3">
            <a:shade val="50000"/>
          </a:schemeClr>
        </a:lnRef>
        <a:fillRef idx="1">
          <a:schemeClr val="accent3"/>
        </a:fillRef>
        <a:effectRef idx="0">
          <a:schemeClr val="accent3"/>
        </a:effectRef>
        <a:fontRef idx="minor">
          <a:schemeClr val="lt1"/>
        </a:fontRef>
      </a:style>
    </a:spDef>
  </a:objectDefaults>
  <a:extraClrSchemeLst/>
  <a:extLst>
    <a:ext uri="{05A4C25C-085E-4340-85A3-A5531E510DB2}">
      <thm15:themeFamily xmlns:thm15="http://schemas.microsoft.com/office/thememl/2012/main" name="tf22736411_win32_fixed.potx" id="{BC2F7F5B-4979-4A54-84D5-4000EC3D9661}" vid="{81E89C45-4B49-4C30-91F6-68DD81BA82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Famous event in history presentation</Template>
  <TotalTime>276</TotalTime>
  <Words>1509</Words>
  <PresentationFormat>Widescreen</PresentationFormat>
  <Paragraphs>62</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Corbel</vt:lpstr>
      <vt:lpstr>Celestial</vt:lpstr>
      <vt:lpstr>Multi-Hop Retrieval for Question Answering: Improving Evidence Selection for RAG</vt:lpstr>
      <vt:lpstr>introduction</vt:lpstr>
      <vt:lpstr>Overview if previous work related to the project</vt:lpstr>
      <vt:lpstr>What will you do and how does it compare to the previous work?</vt:lpstr>
      <vt:lpstr>What will you do and how does it compare to the previous work?</vt:lpstr>
      <vt:lpstr>DATASET</vt:lpstr>
      <vt:lpstr>Ethical implications</vt:lpstr>
      <vt:lpstr>EDA</vt:lpstr>
      <vt:lpstr>Pre-processing</vt:lpstr>
      <vt:lpstr>Model used</vt:lpstr>
      <vt:lpstr>Model results</vt:lpstr>
      <vt:lpstr>Hyperparameter tuning</vt:lpstr>
      <vt:lpstr>analysis</vt:lpstr>
      <vt:lpstr>Summary and conclusions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erms:created xsi:type="dcterms:W3CDTF">2026-03-23T10:29:57Z</dcterms:created>
  <dcterms:modified xsi:type="dcterms:W3CDTF">2026-03-25T15:58:28Z</dcterms:modified>
</cp:coreProperties>
</file>